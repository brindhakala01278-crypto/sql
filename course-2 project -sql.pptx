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4"/>
  </p:sldMasterIdLst>
  <p:notesMasterIdLst>
    <p:notesMasterId r:id="rId35"/>
  </p:notesMasterIdLst>
  <p:sldIdLst>
    <p:sldId id="266" r:id="rId5"/>
    <p:sldId id="309" r:id="rId6"/>
    <p:sldId id="322" r:id="rId7"/>
    <p:sldId id="316" r:id="rId8"/>
    <p:sldId id="311" r:id="rId9"/>
    <p:sldId id="312" r:id="rId10"/>
    <p:sldId id="314" r:id="rId11"/>
    <p:sldId id="315" r:id="rId12"/>
    <p:sldId id="317" r:id="rId13"/>
    <p:sldId id="318" r:id="rId14"/>
    <p:sldId id="333" r:id="rId15"/>
    <p:sldId id="323" r:id="rId16"/>
    <p:sldId id="324" r:id="rId17"/>
    <p:sldId id="325" r:id="rId18"/>
    <p:sldId id="334" r:id="rId19"/>
    <p:sldId id="326" r:id="rId20"/>
    <p:sldId id="327" r:id="rId21"/>
    <p:sldId id="329" r:id="rId22"/>
    <p:sldId id="330" r:id="rId23"/>
    <p:sldId id="331" r:id="rId24"/>
    <p:sldId id="332" r:id="rId25"/>
    <p:sldId id="335" r:id="rId26"/>
    <p:sldId id="336" r:id="rId27"/>
    <p:sldId id="342" r:id="rId28"/>
    <p:sldId id="337" r:id="rId29"/>
    <p:sldId id="338" r:id="rId30"/>
    <p:sldId id="339" r:id="rId31"/>
    <p:sldId id="340" r:id="rId32"/>
    <p:sldId id="341" r:id="rId33"/>
    <p:sldId id="34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1C5A30-57D6-4D3B-A432-741D512BE02A}">
          <p14:sldIdLst>
            <p14:sldId id="266"/>
            <p14:sldId id="309"/>
            <p14:sldId id="322"/>
            <p14:sldId id="316"/>
            <p14:sldId id="311"/>
            <p14:sldId id="312"/>
            <p14:sldId id="314"/>
            <p14:sldId id="315"/>
            <p14:sldId id="317"/>
          </p14:sldIdLst>
        </p14:section>
        <p14:section name="Untitled Section" id="{AE3D11C5-3B36-402D-805D-CF5B7E94DEBD}">
          <p14:sldIdLst>
            <p14:sldId id="318"/>
            <p14:sldId id="333"/>
            <p14:sldId id="323"/>
            <p14:sldId id="324"/>
            <p14:sldId id="325"/>
            <p14:sldId id="334"/>
            <p14:sldId id="326"/>
            <p14:sldId id="327"/>
            <p14:sldId id="329"/>
            <p14:sldId id="330"/>
            <p14:sldId id="331"/>
            <p14:sldId id="332"/>
            <p14:sldId id="335"/>
            <p14:sldId id="336"/>
            <p14:sldId id="342"/>
            <p14:sldId id="337"/>
            <p14:sldId id="338"/>
            <p14:sldId id="339"/>
            <p14:sldId id="340"/>
            <p14:sldId id="341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1DBAD-610B-4812-9F64-558624D02CA0}" type="doc">
      <dgm:prSet loTypeId="urn:microsoft.com/office/officeart/2005/8/layout/vLis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C60CCD-AEB5-415A-B4E6-529B0A8E9EEC}">
      <dgm:prSet/>
      <dgm:spPr/>
      <dgm:t>
        <a:bodyPr/>
        <a:lstStyle/>
        <a:p>
          <a:r>
            <a:rPr lang="en-US" b="1" dirty="0"/>
            <a:t>From</a:t>
          </a:r>
          <a:endParaRPr lang="en-US" dirty="0"/>
        </a:p>
      </dgm:t>
    </dgm:pt>
    <dgm:pt modelId="{6263CD03-70B5-46E1-8F1B-300D6D2C4762}" type="parTrans" cxnId="{628657E6-57C1-4C4F-A80F-8C8C307CFFDF}">
      <dgm:prSet/>
      <dgm:spPr/>
      <dgm:t>
        <a:bodyPr/>
        <a:lstStyle/>
        <a:p>
          <a:endParaRPr lang="en-US"/>
        </a:p>
      </dgm:t>
    </dgm:pt>
    <dgm:pt modelId="{F03DB410-8E23-408B-8800-3007F214A4C3}" type="sibTrans" cxnId="{628657E6-57C1-4C4F-A80F-8C8C307CFFDF}">
      <dgm:prSet/>
      <dgm:spPr/>
      <dgm:t>
        <a:bodyPr/>
        <a:lstStyle/>
        <a:p>
          <a:endParaRPr lang="en-US"/>
        </a:p>
      </dgm:t>
    </dgm:pt>
    <dgm:pt modelId="{3E9303D9-0417-4203-8DBF-06FAF34BC933}">
      <dgm:prSet/>
      <dgm:spPr/>
      <dgm:t>
        <a:bodyPr/>
        <a:lstStyle/>
        <a:p>
          <a:r>
            <a:rPr lang="en-US" b="1" dirty="0"/>
            <a:t>Where</a:t>
          </a:r>
          <a:endParaRPr lang="en-US" dirty="0"/>
        </a:p>
      </dgm:t>
    </dgm:pt>
    <dgm:pt modelId="{6CED26E4-72E4-4856-9B17-1C8386B42F44}" type="parTrans" cxnId="{B4796E0A-336D-4A4C-8C79-2DA812181639}">
      <dgm:prSet/>
      <dgm:spPr/>
      <dgm:t>
        <a:bodyPr/>
        <a:lstStyle/>
        <a:p>
          <a:endParaRPr lang="en-US"/>
        </a:p>
      </dgm:t>
    </dgm:pt>
    <dgm:pt modelId="{192E7CF1-3987-49B6-B096-5FC14181EB94}" type="sibTrans" cxnId="{B4796E0A-336D-4A4C-8C79-2DA812181639}">
      <dgm:prSet/>
      <dgm:spPr/>
      <dgm:t>
        <a:bodyPr/>
        <a:lstStyle/>
        <a:p>
          <a:endParaRPr lang="en-US"/>
        </a:p>
      </dgm:t>
    </dgm:pt>
    <dgm:pt modelId="{65DFF27D-9343-4114-9B5D-A0CC069FCE52}">
      <dgm:prSet/>
      <dgm:spPr/>
      <dgm:t>
        <a:bodyPr/>
        <a:lstStyle/>
        <a:p>
          <a:r>
            <a:rPr lang="en-US" b="1"/>
            <a:t>Group by</a:t>
          </a:r>
          <a:endParaRPr lang="en-US"/>
        </a:p>
      </dgm:t>
    </dgm:pt>
    <dgm:pt modelId="{CD024DF0-10D6-41E5-A2B3-205744B00BD8}" type="parTrans" cxnId="{5680A4B7-F1D1-481D-ABF9-99E543CF0E00}">
      <dgm:prSet/>
      <dgm:spPr/>
      <dgm:t>
        <a:bodyPr/>
        <a:lstStyle/>
        <a:p>
          <a:endParaRPr lang="en-US"/>
        </a:p>
      </dgm:t>
    </dgm:pt>
    <dgm:pt modelId="{0DED670C-3084-41E9-B83D-72745940FB3B}" type="sibTrans" cxnId="{5680A4B7-F1D1-481D-ABF9-99E543CF0E00}">
      <dgm:prSet/>
      <dgm:spPr/>
      <dgm:t>
        <a:bodyPr/>
        <a:lstStyle/>
        <a:p>
          <a:endParaRPr lang="en-US"/>
        </a:p>
      </dgm:t>
    </dgm:pt>
    <dgm:pt modelId="{13ACF307-D4A3-40CE-965B-75E41CB41AED}">
      <dgm:prSet/>
      <dgm:spPr/>
      <dgm:t>
        <a:bodyPr/>
        <a:lstStyle/>
        <a:p>
          <a:r>
            <a:rPr lang="en-US" b="1"/>
            <a:t>Having</a:t>
          </a:r>
          <a:endParaRPr lang="en-US"/>
        </a:p>
      </dgm:t>
    </dgm:pt>
    <dgm:pt modelId="{6049799B-C773-4181-B9F1-434ACAC20575}" type="parTrans" cxnId="{ABABA125-EF67-4F25-886E-C1AD93BC8A2D}">
      <dgm:prSet/>
      <dgm:spPr/>
      <dgm:t>
        <a:bodyPr/>
        <a:lstStyle/>
        <a:p>
          <a:endParaRPr lang="en-US"/>
        </a:p>
      </dgm:t>
    </dgm:pt>
    <dgm:pt modelId="{1ED7106B-797C-4E8E-9C34-8B58A996F9DA}" type="sibTrans" cxnId="{ABABA125-EF67-4F25-886E-C1AD93BC8A2D}">
      <dgm:prSet/>
      <dgm:spPr/>
      <dgm:t>
        <a:bodyPr/>
        <a:lstStyle/>
        <a:p>
          <a:endParaRPr lang="en-US"/>
        </a:p>
      </dgm:t>
    </dgm:pt>
    <dgm:pt modelId="{3FFE30E9-673E-40C1-B3FF-4252DE8FC2F5}">
      <dgm:prSet/>
      <dgm:spPr/>
      <dgm:t>
        <a:bodyPr/>
        <a:lstStyle/>
        <a:p>
          <a:r>
            <a:rPr lang="en-US" b="1"/>
            <a:t>Select</a:t>
          </a:r>
          <a:endParaRPr lang="en-US"/>
        </a:p>
      </dgm:t>
    </dgm:pt>
    <dgm:pt modelId="{B7D91698-B88F-451C-8B9F-445E35D4E293}" type="parTrans" cxnId="{E174E592-E571-4EF4-B89F-EC57B70FA9B9}">
      <dgm:prSet/>
      <dgm:spPr/>
      <dgm:t>
        <a:bodyPr/>
        <a:lstStyle/>
        <a:p>
          <a:endParaRPr lang="en-US"/>
        </a:p>
      </dgm:t>
    </dgm:pt>
    <dgm:pt modelId="{B67D4007-F1F1-4DAE-8118-E49047ED3936}" type="sibTrans" cxnId="{E174E592-E571-4EF4-B89F-EC57B70FA9B9}">
      <dgm:prSet/>
      <dgm:spPr/>
      <dgm:t>
        <a:bodyPr/>
        <a:lstStyle/>
        <a:p>
          <a:endParaRPr lang="en-US"/>
        </a:p>
      </dgm:t>
    </dgm:pt>
    <dgm:pt modelId="{25F2E46E-0D63-4A7D-B3EA-F575C6D88DF1}">
      <dgm:prSet/>
      <dgm:spPr/>
      <dgm:t>
        <a:bodyPr/>
        <a:lstStyle/>
        <a:p>
          <a:r>
            <a:rPr lang="en-US" b="1"/>
            <a:t>Order by</a:t>
          </a:r>
          <a:endParaRPr lang="en-US"/>
        </a:p>
      </dgm:t>
    </dgm:pt>
    <dgm:pt modelId="{BDBEE514-B054-4E36-A942-EF95FAB5C6D1}" type="parTrans" cxnId="{97D36E0D-C135-4B73-B4E5-BDF4848A2179}">
      <dgm:prSet/>
      <dgm:spPr/>
      <dgm:t>
        <a:bodyPr/>
        <a:lstStyle/>
        <a:p>
          <a:endParaRPr lang="en-US"/>
        </a:p>
      </dgm:t>
    </dgm:pt>
    <dgm:pt modelId="{C4FDA6A4-480A-47E2-8FBC-0F131534F249}" type="sibTrans" cxnId="{97D36E0D-C135-4B73-B4E5-BDF4848A2179}">
      <dgm:prSet/>
      <dgm:spPr/>
      <dgm:t>
        <a:bodyPr/>
        <a:lstStyle/>
        <a:p>
          <a:endParaRPr lang="en-US"/>
        </a:p>
      </dgm:t>
    </dgm:pt>
    <dgm:pt modelId="{D3C9601C-4DD8-406A-871D-CD8C006DFFDD}">
      <dgm:prSet/>
      <dgm:spPr/>
      <dgm:t>
        <a:bodyPr/>
        <a:lstStyle/>
        <a:p>
          <a:r>
            <a:rPr lang="en-US" b="1"/>
            <a:t>Limit</a:t>
          </a:r>
          <a:endParaRPr lang="en-US"/>
        </a:p>
      </dgm:t>
    </dgm:pt>
    <dgm:pt modelId="{FAAFFEDA-514D-42D1-9629-0170D0ACE88F}" type="parTrans" cxnId="{BCDC1DD8-0F0D-4DB9-8152-690AE2FF2BB5}">
      <dgm:prSet/>
      <dgm:spPr/>
      <dgm:t>
        <a:bodyPr/>
        <a:lstStyle/>
        <a:p>
          <a:endParaRPr lang="en-US"/>
        </a:p>
      </dgm:t>
    </dgm:pt>
    <dgm:pt modelId="{54651A3B-17A1-4642-89B7-CFCEB9A80451}" type="sibTrans" cxnId="{BCDC1DD8-0F0D-4DB9-8152-690AE2FF2BB5}">
      <dgm:prSet/>
      <dgm:spPr/>
      <dgm:t>
        <a:bodyPr/>
        <a:lstStyle/>
        <a:p>
          <a:endParaRPr lang="en-US"/>
        </a:p>
      </dgm:t>
    </dgm:pt>
    <dgm:pt modelId="{A336D290-5A69-497C-B618-D55584F65DCC}" type="pres">
      <dgm:prSet presAssocID="{9231DBAD-610B-4812-9F64-558624D02CA0}" presName="linearFlow" presStyleCnt="0">
        <dgm:presLayoutVars>
          <dgm:dir/>
          <dgm:resizeHandles val="exact"/>
        </dgm:presLayoutVars>
      </dgm:prSet>
      <dgm:spPr/>
    </dgm:pt>
    <dgm:pt modelId="{B7432A64-B725-48C6-BA25-C74DFF8FFAEE}" type="pres">
      <dgm:prSet presAssocID="{08C60CCD-AEB5-415A-B4E6-529B0A8E9EEC}" presName="composite" presStyleCnt="0"/>
      <dgm:spPr/>
    </dgm:pt>
    <dgm:pt modelId="{9669985D-0B9C-4DD9-BED7-E238FABD8494}" type="pres">
      <dgm:prSet presAssocID="{08C60CCD-AEB5-415A-B4E6-529B0A8E9EEC}" presName="imgShp" presStyleLbl="fgImgPlace1" presStyleIdx="0" presStyleCnt="7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ED0D0B6-8832-41E8-BF0D-DEA507B6D9BA}" type="pres">
      <dgm:prSet presAssocID="{08C60CCD-AEB5-415A-B4E6-529B0A8E9EEC}" presName="txShp" presStyleLbl="node1" presStyleIdx="0" presStyleCnt="7">
        <dgm:presLayoutVars>
          <dgm:bulletEnabled val="1"/>
        </dgm:presLayoutVars>
      </dgm:prSet>
      <dgm:spPr/>
    </dgm:pt>
    <dgm:pt modelId="{B80E04A7-58EE-4499-A9E7-8F22D6D538F1}" type="pres">
      <dgm:prSet presAssocID="{F03DB410-8E23-408B-8800-3007F214A4C3}" presName="spacing" presStyleCnt="0"/>
      <dgm:spPr/>
    </dgm:pt>
    <dgm:pt modelId="{9B0A1C22-D299-4230-8E5B-0CC4DAFDE4CB}" type="pres">
      <dgm:prSet presAssocID="{3E9303D9-0417-4203-8DBF-06FAF34BC933}" presName="composite" presStyleCnt="0"/>
      <dgm:spPr/>
    </dgm:pt>
    <dgm:pt modelId="{CB0D90E8-16B5-47BD-AD5A-2EDA9FF27F29}" type="pres">
      <dgm:prSet presAssocID="{3E9303D9-0417-4203-8DBF-06FAF34BC933}" presName="imgShp" presStyleLbl="fgImgPlace1" presStyleIdx="1" presStyleCnt="7"/>
      <dgm:spPr>
        <a:blipFill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A22D35B3-CE48-4AA4-833C-4F3B90E61FF2}" type="pres">
      <dgm:prSet presAssocID="{3E9303D9-0417-4203-8DBF-06FAF34BC933}" presName="txShp" presStyleLbl="node1" presStyleIdx="1" presStyleCnt="7">
        <dgm:presLayoutVars>
          <dgm:bulletEnabled val="1"/>
        </dgm:presLayoutVars>
      </dgm:prSet>
      <dgm:spPr/>
    </dgm:pt>
    <dgm:pt modelId="{43140F1F-3D5B-4FD3-B8B4-3B1759B5B329}" type="pres">
      <dgm:prSet presAssocID="{192E7CF1-3987-49B6-B096-5FC14181EB94}" presName="spacing" presStyleCnt="0"/>
      <dgm:spPr/>
    </dgm:pt>
    <dgm:pt modelId="{24FD89AA-E509-4690-84F8-6C1BA7DCFC6D}" type="pres">
      <dgm:prSet presAssocID="{65DFF27D-9343-4114-9B5D-A0CC069FCE52}" presName="composite" presStyleCnt="0"/>
      <dgm:spPr/>
    </dgm:pt>
    <dgm:pt modelId="{13F5CFEA-89F8-4972-999D-2BED670A9AC0}" type="pres">
      <dgm:prSet presAssocID="{65DFF27D-9343-4114-9B5D-A0CC069FCE52}" presName="imgShp" presStyleLbl="fgImgPlace1" presStyleIdx="2" presStyleCnt="7"/>
      <dgm:spPr>
        <a:blipFill>
          <a:blip xmlns:r="http://schemas.openxmlformats.org/officeDocument/2006/relationships" r:embed="rId3"/>
          <a:srcRect/>
          <a:stretch>
            <a:fillRect t="-7000" b="-7000"/>
          </a:stretch>
        </a:blipFill>
      </dgm:spPr>
    </dgm:pt>
    <dgm:pt modelId="{97D0A8FC-9252-4174-8B72-58CD3A096AB3}" type="pres">
      <dgm:prSet presAssocID="{65DFF27D-9343-4114-9B5D-A0CC069FCE52}" presName="txShp" presStyleLbl="node1" presStyleIdx="2" presStyleCnt="7">
        <dgm:presLayoutVars>
          <dgm:bulletEnabled val="1"/>
        </dgm:presLayoutVars>
      </dgm:prSet>
      <dgm:spPr/>
    </dgm:pt>
    <dgm:pt modelId="{9D2BD8D9-E867-448A-9B50-BC287F176583}" type="pres">
      <dgm:prSet presAssocID="{0DED670C-3084-41E9-B83D-72745940FB3B}" presName="spacing" presStyleCnt="0"/>
      <dgm:spPr/>
    </dgm:pt>
    <dgm:pt modelId="{19456A8F-C302-43D7-B014-FBBFD31D87E1}" type="pres">
      <dgm:prSet presAssocID="{13ACF307-D4A3-40CE-965B-75E41CB41AED}" presName="composite" presStyleCnt="0"/>
      <dgm:spPr/>
    </dgm:pt>
    <dgm:pt modelId="{3BCDDAE3-D2D1-4665-9B6A-D2106AE22ED1}" type="pres">
      <dgm:prSet presAssocID="{13ACF307-D4A3-40CE-965B-75E41CB41AED}" presName="imgShp" presStyleLbl="fgImgPlace1" presStyleIdx="3" presStyleCnt="7"/>
      <dgm:spPr>
        <a:blipFill>
          <a:blip xmlns:r="http://schemas.openxmlformats.org/officeDocument/2006/relationships" r:embed="rId4"/>
          <a:srcRect/>
          <a:stretch>
            <a:fillRect t="-8000" b="-8000"/>
          </a:stretch>
        </a:blipFill>
      </dgm:spPr>
    </dgm:pt>
    <dgm:pt modelId="{9853F234-DA4A-4689-99CB-2F7450B93BCE}" type="pres">
      <dgm:prSet presAssocID="{13ACF307-D4A3-40CE-965B-75E41CB41AED}" presName="txShp" presStyleLbl="node1" presStyleIdx="3" presStyleCnt="7">
        <dgm:presLayoutVars>
          <dgm:bulletEnabled val="1"/>
        </dgm:presLayoutVars>
      </dgm:prSet>
      <dgm:spPr/>
    </dgm:pt>
    <dgm:pt modelId="{92548458-27DC-4EBC-A24B-A8B8B9584F08}" type="pres">
      <dgm:prSet presAssocID="{1ED7106B-797C-4E8E-9C34-8B58A996F9DA}" presName="spacing" presStyleCnt="0"/>
      <dgm:spPr/>
    </dgm:pt>
    <dgm:pt modelId="{CA06DE8D-A4B1-4DD5-935A-D641560D22F3}" type="pres">
      <dgm:prSet presAssocID="{3FFE30E9-673E-40C1-B3FF-4252DE8FC2F5}" presName="composite" presStyleCnt="0"/>
      <dgm:spPr/>
    </dgm:pt>
    <dgm:pt modelId="{39F919F6-42E4-4CE4-A137-451A81D9E839}" type="pres">
      <dgm:prSet presAssocID="{3FFE30E9-673E-40C1-B3FF-4252DE8FC2F5}" presName="imgShp" presStyleLbl="fgImgPlace1" presStyleIdx="4" presStyleCnt="7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C1F16BC1-7C6C-41D5-9221-5113747A4281}" type="pres">
      <dgm:prSet presAssocID="{3FFE30E9-673E-40C1-B3FF-4252DE8FC2F5}" presName="txShp" presStyleLbl="node1" presStyleIdx="4" presStyleCnt="7">
        <dgm:presLayoutVars>
          <dgm:bulletEnabled val="1"/>
        </dgm:presLayoutVars>
      </dgm:prSet>
      <dgm:spPr/>
    </dgm:pt>
    <dgm:pt modelId="{D8C9436B-2989-49DE-8908-B10C89D6949A}" type="pres">
      <dgm:prSet presAssocID="{B67D4007-F1F1-4DAE-8118-E49047ED3936}" presName="spacing" presStyleCnt="0"/>
      <dgm:spPr/>
    </dgm:pt>
    <dgm:pt modelId="{FF0B4FFF-C93E-447A-BE37-7826F62016A4}" type="pres">
      <dgm:prSet presAssocID="{25F2E46E-0D63-4A7D-B3EA-F575C6D88DF1}" presName="composite" presStyleCnt="0"/>
      <dgm:spPr/>
    </dgm:pt>
    <dgm:pt modelId="{B1210D74-0872-4125-9327-4C307B6D61EC}" type="pres">
      <dgm:prSet presAssocID="{25F2E46E-0D63-4A7D-B3EA-F575C6D88DF1}" presName="imgShp" presStyleLbl="fgImgPlace1" presStyleIdx="5" presStyleCnt="7"/>
      <dgm:spPr>
        <a:blipFill>
          <a:blip xmlns:r="http://schemas.openxmlformats.org/officeDocument/2006/relationships" r:embed="rId6"/>
          <a:srcRect/>
          <a:stretch>
            <a:fillRect l="-1000" r="-1000"/>
          </a:stretch>
        </a:blipFill>
      </dgm:spPr>
    </dgm:pt>
    <dgm:pt modelId="{E5C2137A-A923-41EC-874F-778588D2066B}" type="pres">
      <dgm:prSet presAssocID="{25F2E46E-0D63-4A7D-B3EA-F575C6D88DF1}" presName="txShp" presStyleLbl="node1" presStyleIdx="5" presStyleCnt="7">
        <dgm:presLayoutVars>
          <dgm:bulletEnabled val="1"/>
        </dgm:presLayoutVars>
      </dgm:prSet>
      <dgm:spPr/>
    </dgm:pt>
    <dgm:pt modelId="{0405CE07-ED89-469A-BA92-04A9FEBA0748}" type="pres">
      <dgm:prSet presAssocID="{C4FDA6A4-480A-47E2-8FBC-0F131534F249}" presName="spacing" presStyleCnt="0"/>
      <dgm:spPr/>
    </dgm:pt>
    <dgm:pt modelId="{F43625AC-FE77-4ABC-94AB-ED01EF3CBBD0}" type="pres">
      <dgm:prSet presAssocID="{D3C9601C-4DD8-406A-871D-CD8C006DFFDD}" presName="composite" presStyleCnt="0"/>
      <dgm:spPr/>
    </dgm:pt>
    <dgm:pt modelId="{4A31705B-D62C-4919-A356-BAD275D3E2D8}" type="pres">
      <dgm:prSet presAssocID="{D3C9601C-4DD8-406A-871D-CD8C006DFFDD}" presName="imgShp" presStyleLbl="fgImgPlace1" presStyleIdx="6" presStyleCnt="7"/>
      <dgm:spPr>
        <a:blipFill>
          <a:blip xmlns:r="http://schemas.openxmlformats.org/officeDocument/2006/relationships" r:embed="rId7"/>
          <a:srcRect/>
          <a:stretch>
            <a:fillRect t="-8000" b="-8000"/>
          </a:stretch>
        </a:blipFill>
      </dgm:spPr>
    </dgm:pt>
    <dgm:pt modelId="{9FD1DFB8-4AC7-49FD-BBA0-2B72BEC1936E}" type="pres">
      <dgm:prSet presAssocID="{D3C9601C-4DD8-406A-871D-CD8C006DFFDD}" presName="txShp" presStyleLbl="node1" presStyleIdx="6" presStyleCnt="7">
        <dgm:presLayoutVars>
          <dgm:bulletEnabled val="1"/>
        </dgm:presLayoutVars>
      </dgm:prSet>
      <dgm:spPr/>
    </dgm:pt>
  </dgm:ptLst>
  <dgm:cxnLst>
    <dgm:cxn modelId="{D622B503-E0AF-4FD2-A29E-4CC7174D61BD}" type="presOf" srcId="{13ACF307-D4A3-40CE-965B-75E41CB41AED}" destId="{9853F234-DA4A-4689-99CB-2F7450B93BCE}" srcOrd="0" destOrd="0" presId="urn:microsoft.com/office/officeart/2005/8/layout/vList3"/>
    <dgm:cxn modelId="{E40DD507-0905-4BCD-B402-E2B79F7F2F79}" type="presOf" srcId="{25F2E46E-0D63-4A7D-B3EA-F575C6D88DF1}" destId="{E5C2137A-A923-41EC-874F-778588D2066B}" srcOrd="0" destOrd="0" presId="urn:microsoft.com/office/officeart/2005/8/layout/vList3"/>
    <dgm:cxn modelId="{B4796E0A-336D-4A4C-8C79-2DA812181639}" srcId="{9231DBAD-610B-4812-9F64-558624D02CA0}" destId="{3E9303D9-0417-4203-8DBF-06FAF34BC933}" srcOrd="1" destOrd="0" parTransId="{6CED26E4-72E4-4856-9B17-1C8386B42F44}" sibTransId="{192E7CF1-3987-49B6-B096-5FC14181EB94}"/>
    <dgm:cxn modelId="{97D36E0D-C135-4B73-B4E5-BDF4848A2179}" srcId="{9231DBAD-610B-4812-9F64-558624D02CA0}" destId="{25F2E46E-0D63-4A7D-B3EA-F575C6D88DF1}" srcOrd="5" destOrd="0" parTransId="{BDBEE514-B054-4E36-A942-EF95FAB5C6D1}" sibTransId="{C4FDA6A4-480A-47E2-8FBC-0F131534F249}"/>
    <dgm:cxn modelId="{A0467919-59EA-47F2-95F4-0B4B4DA2AA1F}" type="presOf" srcId="{D3C9601C-4DD8-406A-871D-CD8C006DFFDD}" destId="{9FD1DFB8-4AC7-49FD-BBA0-2B72BEC1936E}" srcOrd="0" destOrd="0" presId="urn:microsoft.com/office/officeart/2005/8/layout/vList3"/>
    <dgm:cxn modelId="{4268241E-B8FC-4754-A0A8-E7A8999CA4E1}" type="presOf" srcId="{08C60CCD-AEB5-415A-B4E6-529B0A8E9EEC}" destId="{EED0D0B6-8832-41E8-BF0D-DEA507B6D9BA}" srcOrd="0" destOrd="0" presId="urn:microsoft.com/office/officeart/2005/8/layout/vList3"/>
    <dgm:cxn modelId="{ABABA125-EF67-4F25-886E-C1AD93BC8A2D}" srcId="{9231DBAD-610B-4812-9F64-558624D02CA0}" destId="{13ACF307-D4A3-40CE-965B-75E41CB41AED}" srcOrd="3" destOrd="0" parTransId="{6049799B-C773-4181-B9F1-434ACAC20575}" sibTransId="{1ED7106B-797C-4E8E-9C34-8B58A996F9DA}"/>
    <dgm:cxn modelId="{C9DB6C47-24C1-4DA5-92B7-11BBC032CE2F}" type="presOf" srcId="{3FFE30E9-673E-40C1-B3FF-4252DE8FC2F5}" destId="{C1F16BC1-7C6C-41D5-9221-5113747A4281}" srcOrd="0" destOrd="0" presId="urn:microsoft.com/office/officeart/2005/8/layout/vList3"/>
    <dgm:cxn modelId="{D806646A-8BD7-42DE-A43D-B94CFA79C65C}" type="presOf" srcId="{9231DBAD-610B-4812-9F64-558624D02CA0}" destId="{A336D290-5A69-497C-B618-D55584F65DCC}" srcOrd="0" destOrd="0" presId="urn:microsoft.com/office/officeart/2005/8/layout/vList3"/>
    <dgm:cxn modelId="{E174E592-E571-4EF4-B89F-EC57B70FA9B9}" srcId="{9231DBAD-610B-4812-9F64-558624D02CA0}" destId="{3FFE30E9-673E-40C1-B3FF-4252DE8FC2F5}" srcOrd="4" destOrd="0" parTransId="{B7D91698-B88F-451C-8B9F-445E35D4E293}" sibTransId="{B67D4007-F1F1-4DAE-8118-E49047ED3936}"/>
    <dgm:cxn modelId="{6E88DC95-CC88-4251-97AF-16C26DF3BF59}" type="presOf" srcId="{3E9303D9-0417-4203-8DBF-06FAF34BC933}" destId="{A22D35B3-CE48-4AA4-833C-4F3B90E61FF2}" srcOrd="0" destOrd="0" presId="urn:microsoft.com/office/officeart/2005/8/layout/vList3"/>
    <dgm:cxn modelId="{26EF28AF-42CD-4C49-B095-CCDFFE1A1472}" type="presOf" srcId="{65DFF27D-9343-4114-9B5D-A0CC069FCE52}" destId="{97D0A8FC-9252-4174-8B72-58CD3A096AB3}" srcOrd="0" destOrd="0" presId="urn:microsoft.com/office/officeart/2005/8/layout/vList3"/>
    <dgm:cxn modelId="{5680A4B7-F1D1-481D-ABF9-99E543CF0E00}" srcId="{9231DBAD-610B-4812-9F64-558624D02CA0}" destId="{65DFF27D-9343-4114-9B5D-A0CC069FCE52}" srcOrd="2" destOrd="0" parTransId="{CD024DF0-10D6-41E5-A2B3-205744B00BD8}" sibTransId="{0DED670C-3084-41E9-B83D-72745940FB3B}"/>
    <dgm:cxn modelId="{BCDC1DD8-0F0D-4DB9-8152-690AE2FF2BB5}" srcId="{9231DBAD-610B-4812-9F64-558624D02CA0}" destId="{D3C9601C-4DD8-406A-871D-CD8C006DFFDD}" srcOrd="6" destOrd="0" parTransId="{FAAFFEDA-514D-42D1-9629-0170D0ACE88F}" sibTransId="{54651A3B-17A1-4642-89B7-CFCEB9A80451}"/>
    <dgm:cxn modelId="{628657E6-57C1-4C4F-A80F-8C8C307CFFDF}" srcId="{9231DBAD-610B-4812-9F64-558624D02CA0}" destId="{08C60CCD-AEB5-415A-B4E6-529B0A8E9EEC}" srcOrd="0" destOrd="0" parTransId="{6263CD03-70B5-46E1-8F1B-300D6D2C4762}" sibTransId="{F03DB410-8E23-408B-8800-3007F214A4C3}"/>
    <dgm:cxn modelId="{AA266B99-5BA4-45CD-A804-04F5AB901064}" type="presParOf" srcId="{A336D290-5A69-497C-B618-D55584F65DCC}" destId="{B7432A64-B725-48C6-BA25-C74DFF8FFAEE}" srcOrd="0" destOrd="0" presId="urn:microsoft.com/office/officeart/2005/8/layout/vList3"/>
    <dgm:cxn modelId="{7E75ECEF-5040-45CB-96DA-BA773B8E7798}" type="presParOf" srcId="{B7432A64-B725-48C6-BA25-C74DFF8FFAEE}" destId="{9669985D-0B9C-4DD9-BED7-E238FABD8494}" srcOrd="0" destOrd="0" presId="urn:microsoft.com/office/officeart/2005/8/layout/vList3"/>
    <dgm:cxn modelId="{FBD2B96D-604D-4AAF-9541-0A949F1A46A0}" type="presParOf" srcId="{B7432A64-B725-48C6-BA25-C74DFF8FFAEE}" destId="{EED0D0B6-8832-41E8-BF0D-DEA507B6D9BA}" srcOrd="1" destOrd="0" presId="urn:microsoft.com/office/officeart/2005/8/layout/vList3"/>
    <dgm:cxn modelId="{11433019-AFBE-4A18-B556-BE9006DCBDE5}" type="presParOf" srcId="{A336D290-5A69-497C-B618-D55584F65DCC}" destId="{B80E04A7-58EE-4499-A9E7-8F22D6D538F1}" srcOrd="1" destOrd="0" presId="urn:microsoft.com/office/officeart/2005/8/layout/vList3"/>
    <dgm:cxn modelId="{49618D17-3776-49C7-B822-74431937E43F}" type="presParOf" srcId="{A336D290-5A69-497C-B618-D55584F65DCC}" destId="{9B0A1C22-D299-4230-8E5B-0CC4DAFDE4CB}" srcOrd="2" destOrd="0" presId="urn:microsoft.com/office/officeart/2005/8/layout/vList3"/>
    <dgm:cxn modelId="{825DBF8A-CA9C-49E9-BEBA-1FC3EFBEEBFD}" type="presParOf" srcId="{9B0A1C22-D299-4230-8E5B-0CC4DAFDE4CB}" destId="{CB0D90E8-16B5-47BD-AD5A-2EDA9FF27F29}" srcOrd="0" destOrd="0" presId="urn:microsoft.com/office/officeart/2005/8/layout/vList3"/>
    <dgm:cxn modelId="{3CDBF3D6-1E18-42D0-832D-0546E19E2CAF}" type="presParOf" srcId="{9B0A1C22-D299-4230-8E5B-0CC4DAFDE4CB}" destId="{A22D35B3-CE48-4AA4-833C-4F3B90E61FF2}" srcOrd="1" destOrd="0" presId="urn:microsoft.com/office/officeart/2005/8/layout/vList3"/>
    <dgm:cxn modelId="{FEEB00CA-D7EE-4F66-98CB-51E3D8DF38C3}" type="presParOf" srcId="{A336D290-5A69-497C-B618-D55584F65DCC}" destId="{43140F1F-3D5B-4FD3-B8B4-3B1759B5B329}" srcOrd="3" destOrd="0" presId="urn:microsoft.com/office/officeart/2005/8/layout/vList3"/>
    <dgm:cxn modelId="{0C835645-8A93-4E42-A897-6662E5079CFF}" type="presParOf" srcId="{A336D290-5A69-497C-B618-D55584F65DCC}" destId="{24FD89AA-E509-4690-84F8-6C1BA7DCFC6D}" srcOrd="4" destOrd="0" presId="urn:microsoft.com/office/officeart/2005/8/layout/vList3"/>
    <dgm:cxn modelId="{FD63F55B-02A9-4AF9-BAD3-25B2E1262DE0}" type="presParOf" srcId="{24FD89AA-E509-4690-84F8-6C1BA7DCFC6D}" destId="{13F5CFEA-89F8-4972-999D-2BED670A9AC0}" srcOrd="0" destOrd="0" presId="urn:microsoft.com/office/officeart/2005/8/layout/vList3"/>
    <dgm:cxn modelId="{0E085D13-BFAE-494B-A999-0005CBA34731}" type="presParOf" srcId="{24FD89AA-E509-4690-84F8-6C1BA7DCFC6D}" destId="{97D0A8FC-9252-4174-8B72-58CD3A096AB3}" srcOrd="1" destOrd="0" presId="urn:microsoft.com/office/officeart/2005/8/layout/vList3"/>
    <dgm:cxn modelId="{A8FAFEBF-264A-4AF2-800A-A6A953E5113A}" type="presParOf" srcId="{A336D290-5A69-497C-B618-D55584F65DCC}" destId="{9D2BD8D9-E867-448A-9B50-BC287F176583}" srcOrd="5" destOrd="0" presId="urn:microsoft.com/office/officeart/2005/8/layout/vList3"/>
    <dgm:cxn modelId="{2D862064-43F5-45EF-AC19-A4BB7A64BE44}" type="presParOf" srcId="{A336D290-5A69-497C-B618-D55584F65DCC}" destId="{19456A8F-C302-43D7-B014-FBBFD31D87E1}" srcOrd="6" destOrd="0" presId="urn:microsoft.com/office/officeart/2005/8/layout/vList3"/>
    <dgm:cxn modelId="{B6887FD5-68C6-401D-90B0-4EB38AEEE351}" type="presParOf" srcId="{19456A8F-C302-43D7-B014-FBBFD31D87E1}" destId="{3BCDDAE3-D2D1-4665-9B6A-D2106AE22ED1}" srcOrd="0" destOrd="0" presId="urn:microsoft.com/office/officeart/2005/8/layout/vList3"/>
    <dgm:cxn modelId="{09106062-05CF-4FD5-A150-DC7896089408}" type="presParOf" srcId="{19456A8F-C302-43D7-B014-FBBFD31D87E1}" destId="{9853F234-DA4A-4689-99CB-2F7450B93BCE}" srcOrd="1" destOrd="0" presId="urn:microsoft.com/office/officeart/2005/8/layout/vList3"/>
    <dgm:cxn modelId="{F43AE21E-51C1-42A3-B78D-AB14F89159A9}" type="presParOf" srcId="{A336D290-5A69-497C-B618-D55584F65DCC}" destId="{92548458-27DC-4EBC-A24B-A8B8B9584F08}" srcOrd="7" destOrd="0" presId="urn:microsoft.com/office/officeart/2005/8/layout/vList3"/>
    <dgm:cxn modelId="{C7F1C622-CBB4-4EA1-B116-6F54CFB0864B}" type="presParOf" srcId="{A336D290-5A69-497C-B618-D55584F65DCC}" destId="{CA06DE8D-A4B1-4DD5-935A-D641560D22F3}" srcOrd="8" destOrd="0" presId="urn:microsoft.com/office/officeart/2005/8/layout/vList3"/>
    <dgm:cxn modelId="{A78144C6-E79B-4FAD-866C-6FD919D56832}" type="presParOf" srcId="{CA06DE8D-A4B1-4DD5-935A-D641560D22F3}" destId="{39F919F6-42E4-4CE4-A137-451A81D9E839}" srcOrd="0" destOrd="0" presId="urn:microsoft.com/office/officeart/2005/8/layout/vList3"/>
    <dgm:cxn modelId="{5BC63B84-60FF-4399-A5F9-EA3DDE7D3FF6}" type="presParOf" srcId="{CA06DE8D-A4B1-4DD5-935A-D641560D22F3}" destId="{C1F16BC1-7C6C-41D5-9221-5113747A4281}" srcOrd="1" destOrd="0" presId="urn:microsoft.com/office/officeart/2005/8/layout/vList3"/>
    <dgm:cxn modelId="{30CBD1C3-8F33-4FCC-86DC-BF0255E7AEB5}" type="presParOf" srcId="{A336D290-5A69-497C-B618-D55584F65DCC}" destId="{D8C9436B-2989-49DE-8908-B10C89D6949A}" srcOrd="9" destOrd="0" presId="urn:microsoft.com/office/officeart/2005/8/layout/vList3"/>
    <dgm:cxn modelId="{E2631BFB-8C36-4666-8E9B-B4F193655F3F}" type="presParOf" srcId="{A336D290-5A69-497C-B618-D55584F65DCC}" destId="{FF0B4FFF-C93E-447A-BE37-7826F62016A4}" srcOrd="10" destOrd="0" presId="urn:microsoft.com/office/officeart/2005/8/layout/vList3"/>
    <dgm:cxn modelId="{F776C5AC-ACD7-4D06-89ED-809D5E6B32ED}" type="presParOf" srcId="{FF0B4FFF-C93E-447A-BE37-7826F62016A4}" destId="{B1210D74-0872-4125-9327-4C307B6D61EC}" srcOrd="0" destOrd="0" presId="urn:microsoft.com/office/officeart/2005/8/layout/vList3"/>
    <dgm:cxn modelId="{ABB1E14D-28DE-42C5-A7E9-14486F203101}" type="presParOf" srcId="{FF0B4FFF-C93E-447A-BE37-7826F62016A4}" destId="{E5C2137A-A923-41EC-874F-778588D2066B}" srcOrd="1" destOrd="0" presId="urn:microsoft.com/office/officeart/2005/8/layout/vList3"/>
    <dgm:cxn modelId="{97019FA2-4BA7-43CD-86A1-F2D9816E3EDF}" type="presParOf" srcId="{A336D290-5A69-497C-B618-D55584F65DCC}" destId="{0405CE07-ED89-469A-BA92-04A9FEBA0748}" srcOrd="11" destOrd="0" presId="urn:microsoft.com/office/officeart/2005/8/layout/vList3"/>
    <dgm:cxn modelId="{09D70A0B-C6FC-412B-916C-147CD4C7329D}" type="presParOf" srcId="{A336D290-5A69-497C-B618-D55584F65DCC}" destId="{F43625AC-FE77-4ABC-94AB-ED01EF3CBBD0}" srcOrd="12" destOrd="0" presId="urn:microsoft.com/office/officeart/2005/8/layout/vList3"/>
    <dgm:cxn modelId="{426D0587-4835-4B84-93F2-56331C80A613}" type="presParOf" srcId="{F43625AC-FE77-4ABC-94AB-ED01EF3CBBD0}" destId="{4A31705B-D62C-4919-A356-BAD275D3E2D8}" srcOrd="0" destOrd="0" presId="urn:microsoft.com/office/officeart/2005/8/layout/vList3"/>
    <dgm:cxn modelId="{AB0499B6-C669-481C-B171-96691CA58C47}" type="presParOf" srcId="{F43625AC-FE77-4ABC-94AB-ED01EF3CBBD0}" destId="{9FD1DFB8-4AC7-49FD-BBA0-2B72BEC1936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0D0B6-8832-41E8-BF0D-DEA507B6D9BA}">
      <dsp:nvSpPr>
        <dsp:cNvPr id="0" name=""/>
        <dsp:cNvSpPr/>
      </dsp:nvSpPr>
      <dsp:spPr>
        <a:xfrm rot="10800000">
          <a:off x="685646" y="249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From</a:t>
          </a:r>
          <a:endParaRPr lang="en-US" sz="1700" kern="1200" dirty="0"/>
        </a:p>
      </dsp:txBody>
      <dsp:txXfrm rot="10800000">
        <a:off x="781910" y="249"/>
        <a:ext cx="2243674" cy="385055"/>
      </dsp:txXfrm>
    </dsp:sp>
    <dsp:sp modelId="{9669985D-0B9C-4DD9-BED7-E238FABD8494}">
      <dsp:nvSpPr>
        <dsp:cNvPr id="0" name=""/>
        <dsp:cNvSpPr/>
      </dsp:nvSpPr>
      <dsp:spPr>
        <a:xfrm>
          <a:off x="493118" y="249"/>
          <a:ext cx="385055" cy="38505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22D35B3-CE48-4AA4-833C-4F3B90E61FF2}">
      <dsp:nvSpPr>
        <dsp:cNvPr id="0" name=""/>
        <dsp:cNvSpPr/>
      </dsp:nvSpPr>
      <dsp:spPr>
        <a:xfrm rot="10800000">
          <a:off x="685646" y="500247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Where</a:t>
          </a:r>
          <a:endParaRPr lang="en-US" sz="1700" kern="1200" dirty="0"/>
        </a:p>
      </dsp:txBody>
      <dsp:txXfrm rot="10800000">
        <a:off x="781910" y="500247"/>
        <a:ext cx="2243674" cy="385055"/>
      </dsp:txXfrm>
    </dsp:sp>
    <dsp:sp modelId="{CB0D90E8-16B5-47BD-AD5A-2EDA9FF27F29}">
      <dsp:nvSpPr>
        <dsp:cNvPr id="0" name=""/>
        <dsp:cNvSpPr/>
      </dsp:nvSpPr>
      <dsp:spPr>
        <a:xfrm>
          <a:off x="493118" y="500247"/>
          <a:ext cx="385055" cy="385055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t="-8000" b="-8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D0A8FC-9252-4174-8B72-58CD3A096AB3}">
      <dsp:nvSpPr>
        <dsp:cNvPr id="0" name=""/>
        <dsp:cNvSpPr/>
      </dsp:nvSpPr>
      <dsp:spPr>
        <a:xfrm rot="10800000">
          <a:off x="685646" y="1000245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Group by</a:t>
          </a:r>
          <a:endParaRPr lang="en-US" sz="1700" kern="1200"/>
        </a:p>
      </dsp:txBody>
      <dsp:txXfrm rot="10800000">
        <a:off x="781910" y="1000245"/>
        <a:ext cx="2243674" cy="385055"/>
      </dsp:txXfrm>
    </dsp:sp>
    <dsp:sp modelId="{13F5CFEA-89F8-4972-999D-2BED670A9AC0}">
      <dsp:nvSpPr>
        <dsp:cNvPr id="0" name=""/>
        <dsp:cNvSpPr/>
      </dsp:nvSpPr>
      <dsp:spPr>
        <a:xfrm>
          <a:off x="493118" y="1000245"/>
          <a:ext cx="385055" cy="38505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7000" b="-7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53F234-DA4A-4689-99CB-2F7450B93BCE}">
      <dsp:nvSpPr>
        <dsp:cNvPr id="0" name=""/>
        <dsp:cNvSpPr/>
      </dsp:nvSpPr>
      <dsp:spPr>
        <a:xfrm rot="10800000">
          <a:off x="685646" y="1500243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Having</a:t>
          </a:r>
          <a:endParaRPr lang="en-US" sz="1700" kern="1200"/>
        </a:p>
      </dsp:txBody>
      <dsp:txXfrm rot="10800000">
        <a:off x="781910" y="1500243"/>
        <a:ext cx="2243674" cy="385055"/>
      </dsp:txXfrm>
    </dsp:sp>
    <dsp:sp modelId="{3BCDDAE3-D2D1-4665-9B6A-D2106AE22ED1}">
      <dsp:nvSpPr>
        <dsp:cNvPr id="0" name=""/>
        <dsp:cNvSpPr/>
      </dsp:nvSpPr>
      <dsp:spPr>
        <a:xfrm>
          <a:off x="493118" y="1500243"/>
          <a:ext cx="385055" cy="385055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t="-8000" b="-8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1F16BC1-7C6C-41D5-9221-5113747A4281}">
      <dsp:nvSpPr>
        <dsp:cNvPr id="0" name=""/>
        <dsp:cNvSpPr/>
      </dsp:nvSpPr>
      <dsp:spPr>
        <a:xfrm rot="10800000">
          <a:off x="685646" y="2000240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Select</a:t>
          </a:r>
          <a:endParaRPr lang="en-US" sz="1700" kern="1200"/>
        </a:p>
      </dsp:txBody>
      <dsp:txXfrm rot="10800000">
        <a:off x="781910" y="2000240"/>
        <a:ext cx="2243674" cy="385055"/>
      </dsp:txXfrm>
    </dsp:sp>
    <dsp:sp modelId="{39F919F6-42E4-4CE4-A137-451A81D9E839}">
      <dsp:nvSpPr>
        <dsp:cNvPr id="0" name=""/>
        <dsp:cNvSpPr/>
      </dsp:nvSpPr>
      <dsp:spPr>
        <a:xfrm>
          <a:off x="493118" y="2000240"/>
          <a:ext cx="385055" cy="385055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5C2137A-A923-41EC-874F-778588D2066B}">
      <dsp:nvSpPr>
        <dsp:cNvPr id="0" name=""/>
        <dsp:cNvSpPr/>
      </dsp:nvSpPr>
      <dsp:spPr>
        <a:xfrm rot="10800000">
          <a:off x="685646" y="2500238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Order by</a:t>
          </a:r>
          <a:endParaRPr lang="en-US" sz="1700" kern="1200"/>
        </a:p>
      </dsp:txBody>
      <dsp:txXfrm rot="10800000">
        <a:off x="781910" y="2500238"/>
        <a:ext cx="2243674" cy="385055"/>
      </dsp:txXfrm>
    </dsp:sp>
    <dsp:sp modelId="{B1210D74-0872-4125-9327-4C307B6D61EC}">
      <dsp:nvSpPr>
        <dsp:cNvPr id="0" name=""/>
        <dsp:cNvSpPr/>
      </dsp:nvSpPr>
      <dsp:spPr>
        <a:xfrm>
          <a:off x="493118" y="2500238"/>
          <a:ext cx="385055" cy="385055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1000" r="-1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FD1DFB8-4AC7-49FD-BBA0-2B72BEC1936E}">
      <dsp:nvSpPr>
        <dsp:cNvPr id="0" name=""/>
        <dsp:cNvSpPr/>
      </dsp:nvSpPr>
      <dsp:spPr>
        <a:xfrm rot="10800000">
          <a:off x="685646" y="3000236"/>
          <a:ext cx="2339938" cy="38505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99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Limit</a:t>
          </a:r>
          <a:endParaRPr lang="en-US" sz="1700" kern="1200"/>
        </a:p>
      </dsp:txBody>
      <dsp:txXfrm rot="10800000">
        <a:off x="781910" y="3000236"/>
        <a:ext cx="2243674" cy="385055"/>
      </dsp:txXfrm>
    </dsp:sp>
    <dsp:sp modelId="{4A31705B-D62C-4919-A356-BAD275D3E2D8}">
      <dsp:nvSpPr>
        <dsp:cNvPr id="0" name=""/>
        <dsp:cNvSpPr/>
      </dsp:nvSpPr>
      <dsp:spPr>
        <a:xfrm>
          <a:off x="493118" y="3000236"/>
          <a:ext cx="385055" cy="385055"/>
        </a:xfrm>
        <a:prstGeom prst="ellipse">
          <a:avLst/>
        </a:prstGeom>
        <a:blipFill>
          <a:blip xmlns:r="http://schemas.openxmlformats.org/officeDocument/2006/relationships" r:embed="rId7"/>
          <a:srcRect/>
          <a:stretch>
            <a:fillRect t="-8000" b="-8000"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644B1-F42C-4D1E-A842-8F3FA8D51A8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DC436-58DD-4BF7-A25C-89FD6FC7D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5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F0BE7EB-96A0-4F93-82FE-61AF0894E06C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773-E2FA-414D-8227-1357AB52BDE5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2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B823-26F6-49BC-B0C3-F182DF53BDB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9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B57F-2C41-4BA8-8E74-19D15A9B567F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22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F5DA-6E99-42D9-A71C-6E756AD48E06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43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07E6-BE3D-4ADB-B5B6-80676A59742A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57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2A5B-1838-4BCD-B8A4-34F484758C12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9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6E784-B7C8-42A0-BCC5-2ED01B70A331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3866-BA7D-4CBD-A5A7-09CC4874D770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1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C5BEF-7FCE-4006-91EF-812A25E297F7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6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7A260-4223-46F6-A1F6-9DFB068E9650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798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112D-4150-4C28-9227-97BB61960196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46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9B2E-64E5-412F-948A-58DF0A93AD3B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948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E831-8B2A-4DC7-AFEF-15445E5602F4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72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ECEF9-A797-48D0-AF9D-A6FFDD985C8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746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024EBB2-40B9-4ACB-927E-0C28052DAB66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498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0A5BB78-B8F4-4D19-BB7E-3C09C396608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1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8271FA-5CC4-4058-B4E2-F78838CDFCB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3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Scalar+Subquery&amp;oq=types+of+Subqueries&amp;gs_lcrp=EgZjaHJvbWUyBggAEEUYOTIHCAEQABiABDIHCAIQABiABDIHCAMQABiABDIHCAQQABiABDIHCAUQABiABDIICAYQABgWGB4yCAgHEAAYFhgeMggICBAAGBYYHjIICAkQABgWGB7SAQg0MDc4ajBqN6gCCLACAfEFWCRRSd7OdxnxBVgkUUnezncZ&amp;sourceid=chrome&amp;ie=UTF-8&amp;sg_ss=*rZGakfXyAAawULc3kFB94CGqv2_9IGsEAEABEArZ1MFsVlIpIDSM4eVCjn-pbc6syAR5PICnQ6K8hgT5JwekU6XtTtcB_bBXY7YMnEu9DzDmfzyBkKfvW8o6PQAAAGFtAAAAFFcBB0EANeSBTLvV_0QTaERMekNvZ6jY4BTfbZnv2kME-0UxZhnR7o95L_QeU-5bFsbNm8OUJquyO__LpgMTiKvDKoevxDo0dwZ47hliQ6cc9Lke7fKudB-4g07TeN3CaE9qBmrbBpr4GrwKucRmEhgB7GK_jdh118gT7MwJ1OrDgscT9SBbS7QTxVDvBKNLHsJlLaRJrWhnUcf5wFzGpNzqUbkbko8242SAguH6pVGXTdLq0CzYvqZ-z2_fvOGWQams-zwUJYUMswa2lqdihpFQcLfZm6EGC_4j9EP3Vp1nIKSrxJcEr2M5r3ohRQhFM8vPOieLN1OmUClpx-3rnreAESp8Z3oBoO83KCnYvitCyLbvrbOp9YKmLgMLbI7TDa56rCHLA4KHmp69u8aCU7N16ON0CD_YKm4nWSjkrVVyFLPfyIDjt1E9bjLIsSPRs0HyMXQJKFUZWxAWUZhcLKd8GnEp8GW7ZW7Gu7KBnJqU9fZs80gMSkDZr6NXAbfsSUr46n3_yc85xaoZRp7ypMTI66wv82r4e_-Ij2b3GC9IE66GL_bticmHA7EUY7-Ok9ZFy6AO-wMDuctdPvp6XHb2r1JjVzGQrcAHAvNEa-lRhbgsHX1NQZ_rT3SAnnghMGjXSq-AfvC98_4iB-sxVn2JfnOwBf-at1HqVS5-kDXf3Z-91tX5hubwrwT76r4S_hLHl5GASoSS-gmQhZfQ9311ptwP29Poi6R2IDlZlSL0GT3DO8JE9xcbGfrHogTaHG6qbMJeLhhdbu1m2lWNZ9ittsMQCYDvxWLqVzmEtNVyX35MnhLePLHnUbICBjQ3G7-6bdCLi4HBHYp8X5j_Op42VEKff9YFII105Ff5gtm0Lz6F5GeIOonWDwyujmDTZRoblWj0nf1SDx4jQRj38xLwd_2PRuZERzKDkVbMA7nsAqllK_qbaHAWnnMREP32hIpZfbqsghZwjv5xDrOY7GGXGabFb8U7T3lpn4DVtazlWugy2KWzWsJnW_FTIq6GjPAiCTBlcI_jhkWJZgTkjjjl_Fcu_2OBTGBLdWnzFaC5egZTx-TX0lDgd6RPBWsGaB8efZeEPZGbZ_4cwNY-BOjTpN1ynlVWcKOVBVCFJfVjNA&amp;sei=YMPlacvNG6CaseMPhsHKyQM&amp;ved=2ahUKEwjV-u_D4vuTAxXcUGwGHVf4JGAQgK4QegYIAQgAEA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Scalar+Subquery&amp;oq=types+of+Subqueries&amp;gs_lcrp=EgZjaHJvbWUyBggAEEUYOTIHCAEQABiABDIHCAIQABiABDIHCAMQABiABDIHCAQQABiABDIHCAUQABiABDIICAYQABgWGB4yCAgHEAAYFhgeMggICBAAGBYYHjIICAkQABgWGB7SAQg0MDc4ajBqN6gCCLACAfEFWCRRSd7OdxnxBVgkUUnezncZ&amp;sourceid=chrome&amp;ie=UTF-8&amp;sg_ss=*rZGakfXyAAawULc3kFB94CGqv2_9IGsEAEABEArZ1MFsVlIpIDSM4eVCjn-pbc6syAR5PICnQ6K8hgT5JwekU6XtTtcB_bBXY7YMnEu9DzDmfzyBkKfvW8o6PQAAAGFtAAAAFFcBB0EANeSBTLvV_0QTaERMekNvZ6jY4BTfbZnv2kME-0UxZhnR7o95L_QeU-5bFsbNm8OUJquyO__LpgMTiKvDKoevxDo0dwZ47hliQ6cc9Lke7fKudB-4g07TeN3CaE9qBmrbBpr4GrwKucRmEhgB7GK_jdh118gT7MwJ1OrDgscT9SBbS7QTxVDvBKNLHsJlLaRJrWhnUcf5wFzGpNzqUbkbko8242SAguH6pVGXTdLq0CzYvqZ-z2_fvOGWQams-zwUJYUMswa2lqdihpFQcLfZm6EGC_4j9EP3Vp1nIKSrxJcEr2M5r3ohRQhFM8vPOieLN1OmUClpx-3rnreAESp8Z3oBoO83KCnYvitCyLbvrbOp9YKmLgMLbI7TDa56rCHLA4KHmp69u8aCU7N16ON0CD_YKm4nWSjkrVVyFLPfyIDjt1E9bjLIsSPRs0HyMXQJKFUZWxAWUZhcLKd8GnEp8GW7ZW7Gu7KBnJqU9fZs80gMSkDZr6NXAbfsSUr46n3_yc85xaoZRp7ypMTI66wv82r4e_-Ij2b3GC9IE66GL_bticmHA7EUY7-Ok9ZFy6AO-wMDuctdPvp6XHb2r1JjVzGQrcAHAvNEa-lRhbgsHX1NQZ_rT3SAnnghMGjXSq-AfvC98_4iB-sxVn2JfnOwBf-at1HqVS5-kDXf3Z-91tX5hubwrwT76r4S_hLHl5GASoSS-gmQhZfQ9311ptwP29Poi6R2IDlZlSL0GT3DO8JE9xcbGfrHogTaHG6qbMJeLhhdbu1m2lWNZ9ittsMQCYDvxWLqVzmEtNVyX35MnhLePLHnUbICBjQ3G7-6bdCLi4HBHYp8X5j_Op42VEKff9YFII105Ff5gtm0Lz6F5GeIOonWDwyujmDTZRoblWj0nf1SDx4jQRj38xLwd_2PRuZERzKDkVbMA7nsAqllK_qbaHAWnnMREP32hIpZfbqsghZwjv5xDrOY7GGXGabFb8U7T3lpn4DVtazlWugy2KWzWsJnW_FTIq6GjPAiCTBlcI_jhkWJZgTkjjjl_Fcu_2OBTGBLdWnzFaC5egZTx-TX0lDgd6RPBWsGaB8efZeEPZGbZ_4cwNY-BOjTpN1ynlVWcKOVBVCFJfVjNA&amp;sei=YMPlacvNG6CaseMPhsHKyQM&amp;ved=2ahUKEwjV-u_D4vuTAxXcUGwGHVf4JGAQgK4QegYIAQgAEA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MANAGING AND QUERYING DATABASEB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133888"/>
            <a:ext cx="4813071" cy="19076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NAME: K.BRINDHA</a:t>
            </a:r>
          </a:p>
          <a:p>
            <a:r>
              <a:rPr lang="en-US" b="1" dirty="0">
                <a:solidFill>
                  <a:schemeClr val="bg1"/>
                </a:solidFill>
              </a:rPr>
              <a:t>BATCH CODE: DA764S76</a:t>
            </a:r>
          </a:p>
          <a:p>
            <a:r>
              <a:rPr lang="en-US" b="1" dirty="0">
                <a:solidFill>
                  <a:schemeClr val="bg1"/>
                </a:solidFill>
              </a:rPr>
              <a:t>PROGRAM: DATASCIENCE AND ML WITH GENAI ADVANCED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993F-68F1-8765-3182-E309074C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EA3FF6-FE4D-A062-F69A-4EDB1F6F9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24675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7CFD276-08DB-2BDB-B3C4-D9B66356EF9A}"/>
              </a:ext>
            </a:extLst>
          </p:cNvPr>
          <p:cNvSpPr/>
          <p:nvPr/>
        </p:nvSpPr>
        <p:spPr>
          <a:xfrm>
            <a:off x="631079" y="1943601"/>
            <a:ext cx="3096204" cy="2771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SQL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5E68E-9096-06B1-78AC-D9C30B92FFC5}"/>
              </a:ext>
            </a:extLst>
          </p:cNvPr>
          <p:cNvSpPr txBox="1"/>
          <p:nvPr/>
        </p:nvSpPr>
        <p:spPr>
          <a:xfrm>
            <a:off x="4667250" y="2975295"/>
            <a:ext cx="7134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Structured Query Language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933323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81A6759C-CD71-0AC8-F31E-5E4B8775F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021383"/>
              </p:ext>
            </p:extLst>
          </p:nvPr>
        </p:nvGraphicFramePr>
        <p:xfrm>
          <a:off x="203201" y="1951655"/>
          <a:ext cx="3378200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1971681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Activity_log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log_id</a:t>
                      </a:r>
                      <a:endParaRPr lang="en-US" dirty="0"/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(pk)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book_id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acton_date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92A3AF-0B36-7EC7-C9DA-F7742A2378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714400"/>
              </p:ext>
            </p:extLst>
          </p:nvPr>
        </p:nvGraphicFramePr>
        <p:xfrm>
          <a:off x="203201" y="4702734"/>
          <a:ext cx="3378200" cy="19716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197168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 err="1"/>
                        <a:t>category_id</a:t>
                      </a:r>
                      <a:r>
                        <a:rPr lang="en-US" dirty="0"/>
                        <a:t>(pk)</a:t>
                      </a:r>
                    </a:p>
                    <a:p>
                      <a:r>
                        <a:rPr lang="en-US" dirty="0" err="1">
                          <a:effectLst/>
                        </a:rPr>
                        <a:t>category_name</a:t>
                      </a:r>
                      <a:endParaRPr lang="en-US" dirty="0">
                        <a:effectLst/>
                      </a:endParaRPr>
                    </a:p>
                    <a:p>
                      <a:br>
                        <a:rPr lang="en-US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1D1BBE8-F655-3636-AD45-881AEA251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303379"/>
              </p:ext>
            </p:extLst>
          </p:nvPr>
        </p:nvGraphicFramePr>
        <p:xfrm>
          <a:off x="4057209" y="3871009"/>
          <a:ext cx="3378200" cy="2834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197168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 record</a:t>
                      </a: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issue_is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(pk)</a:t>
                      </a:r>
                      <a:endParaRPr lang="en-US" dirty="0"/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libratian_id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issue_date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return_date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F4E5E06-4A9E-6AFD-1EE6-529EC0480E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2864235"/>
              </p:ext>
            </p:extLst>
          </p:nvPr>
        </p:nvGraphicFramePr>
        <p:xfrm>
          <a:off x="8426973" y="4145329"/>
          <a:ext cx="3378200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197168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</a:t>
                      </a: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(pk)</a:t>
                      </a:r>
                      <a:endParaRPr lang="en-US" dirty="0"/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authore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category_id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available_copies</a:t>
                      </a:r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3B7410B-1005-C370-F9C0-764962DA47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5626982"/>
              </p:ext>
            </p:extLst>
          </p:nvPr>
        </p:nvGraphicFramePr>
        <p:xfrm>
          <a:off x="4309199" y="1561358"/>
          <a:ext cx="3378200" cy="21559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215593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</a:t>
                      </a: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member_id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(pk)</a:t>
                      </a:r>
                      <a:endParaRPr lang="en-US" dirty="0"/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email(unique)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3C70BBD-7DB0-B627-1A56-FC8AEE8934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4361657"/>
              </p:ext>
            </p:extLst>
          </p:nvPr>
        </p:nvGraphicFramePr>
        <p:xfrm>
          <a:off x="8415198" y="1916975"/>
          <a:ext cx="3378200" cy="218930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2599182297"/>
                    </a:ext>
                  </a:extLst>
                </a:gridCol>
              </a:tblGrid>
              <a:tr h="218930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</a:p>
                    <a:p>
                      <a:endParaRPr lang="en-US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 err="1"/>
                        <a:t>librarian_id</a:t>
                      </a:r>
                      <a:r>
                        <a:rPr lang="en-US" dirty="0"/>
                        <a:t>(pk)</a:t>
                      </a:r>
                    </a:p>
                    <a:p>
                      <a:r>
                        <a:rPr lang="en-US" dirty="0">
                          <a:effectLst/>
                        </a:rPr>
                        <a:t>name</a:t>
                      </a:r>
                    </a:p>
                    <a:p>
                      <a:r>
                        <a:rPr lang="en-US" dirty="0" err="1">
                          <a:effectLst/>
                        </a:rPr>
                        <a:t>emial</a:t>
                      </a:r>
                      <a:r>
                        <a:rPr lang="en-US" dirty="0">
                          <a:effectLst/>
                        </a:rPr>
                        <a:t>(unique)</a:t>
                      </a:r>
                    </a:p>
                    <a:p>
                      <a:br>
                        <a:rPr lang="en-US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11147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426A9F-F77A-E7B3-C77D-B2A4B389D385}"/>
              </a:ext>
            </a:extLst>
          </p:cNvPr>
          <p:cNvCxnSpPr>
            <a:cxnSpLocks/>
          </p:cNvCxnSpPr>
          <p:nvPr/>
        </p:nvCxnSpPr>
        <p:spPr>
          <a:xfrm>
            <a:off x="203201" y="2415130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905D4A-C5D0-BFE4-4E5E-CD6422DAF89F}"/>
              </a:ext>
            </a:extLst>
          </p:cNvPr>
          <p:cNvCxnSpPr>
            <a:cxnSpLocks/>
          </p:cNvCxnSpPr>
          <p:nvPr/>
        </p:nvCxnSpPr>
        <p:spPr>
          <a:xfrm>
            <a:off x="8426973" y="2371484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95F2E8-9820-A60B-8A80-29F73F077F85}"/>
              </a:ext>
            </a:extLst>
          </p:cNvPr>
          <p:cNvCxnSpPr>
            <a:cxnSpLocks/>
          </p:cNvCxnSpPr>
          <p:nvPr/>
        </p:nvCxnSpPr>
        <p:spPr>
          <a:xfrm>
            <a:off x="8426973" y="4545475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CBF70B-4DA2-18DA-0D0F-4861AA9BF73D}"/>
              </a:ext>
            </a:extLst>
          </p:cNvPr>
          <p:cNvCxnSpPr>
            <a:cxnSpLocks/>
          </p:cNvCxnSpPr>
          <p:nvPr/>
        </p:nvCxnSpPr>
        <p:spPr>
          <a:xfrm>
            <a:off x="4309199" y="1951655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4C3BF8-60A5-9A38-F8A5-73C25E7D5CF9}"/>
              </a:ext>
            </a:extLst>
          </p:cNvPr>
          <p:cNvCxnSpPr>
            <a:cxnSpLocks/>
          </p:cNvCxnSpPr>
          <p:nvPr/>
        </p:nvCxnSpPr>
        <p:spPr>
          <a:xfrm>
            <a:off x="203201" y="5066335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DBC751-9A87-2AE8-C6A2-3CAF45AF5085}"/>
              </a:ext>
            </a:extLst>
          </p:cNvPr>
          <p:cNvCxnSpPr>
            <a:cxnSpLocks/>
          </p:cNvCxnSpPr>
          <p:nvPr/>
        </p:nvCxnSpPr>
        <p:spPr>
          <a:xfrm>
            <a:off x="4057209" y="4348705"/>
            <a:ext cx="337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8">
            <a:extLst>
              <a:ext uri="{FF2B5EF4-FFF2-40B4-BE49-F238E27FC236}">
                <a16:creationId xmlns:a16="http://schemas.microsoft.com/office/drawing/2014/main" id="{2DA0F897-953F-DAD2-BC50-FDA73314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17" y="409923"/>
            <a:ext cx="9771546" cy="686343"/>
          </a:xfrm>
        </p:spPr>
        <p:txBody>
          <a:bodyPr/>
          <a:lstStyle/>
          <a:p>
            <a:pPr algn="ctr"/>
            <a:r>
              <a:rPr lang="en-US" dirty="0"/>
              <a:t>Library database </a:t>
            </a:r>
          </a:p>
        </p:txBody>
      </p:sp>
    </p:spTree>
    <p:extLst>
      <p:ext uri="{BB962C8B-B14F-4D97-AF65-F5344CB8AC3E}">
        <p14:creationId xmlns:p14="http://schemas.microsoft.com/office/powerpoint/2010/main" val="317477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BDD8-4FC3-9727-F158-0F94BD12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DIAGRAM -</a:t>
            </a:r>
            <a:r>
              <a:rPr lang="en-US" b="1" dirty="0"/>
              <a:t>Entity-Relationship</a:t>
            </a:r>
            <a:r>
              <a:rPr lang="en-US" dirty="0"/>
              <a:t>. 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31EB2D-A8F5-B2C1-F5C8-6830D5761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344" y="2318657"/>
            <a:ext cx="11473542" cy="4267200"/>
          </a:xfrm>
        </p:spPr>
      </p:pic>
    </p:spTree>
    <p:extLst>
      <p:ext uri="{BB962C8B-B14F-4D97-AF65-F5344CB8AC3E}">
        <p14:creationId xmlns:p14="http://schemas.microsoft.com/office/powerpoint/2010/main" val="2726571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76C0-2DF3-CD56-AF2F-365AEEF4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4400" dirty="0">
                <a:solidFill>
                  <a:schemeClr val="tx1"/>
                </a:solidFill>
              </a:rPr>
              <a:t>CREATE DATABASES</a:t>
            </a:r>
          </a:p>
          <a:p>
            <a:pPr>
              <a:buBlip>
                <a:blip r:embed="rId2"/>
              </a:buBlip>
            </a:pPr>
            <a:r>
              <a:rPr lang="en-US" sz="4400" dirty="0">
                <a:solidFill>
                  <a:schemeClr val="tx1"/>
                </a:solidFill>
              </a:rPr>
              <a:t>USE THE DATABASE</a:t>
            </a:r>
          </a:p>
          <a:p>
            <a:pPr>
              <a:buBlip>
                <a:blip r:embed="rId2"/>
              </a:buBlip>
            </a:pPr>
            <a:r>
              <a:rPr lang="en-US" sz="4400" dirty="0">
                <a:solidFill>
                  <a:schemeClr val="tx1"/>
                </a:solidFill>
              </a:rPr>
              <a:t>CREATE THE TABLES</a:t>
            </a:r>
          </a:p>
          <a:p>
            <a:pPr>
              <a:buBlip>
                <a:blip r:embed="rId2"/>
              </a:buBlip>
            </a:pPr>
            <a:r>
              <a:rPr lang="en-US" sz="4400" dirty="0">
                <a:solidFill>
                  <a:schemeClr val="tx1"/>
                </a:solidFill>
              </a:rPr>
              <a:t>ADD CONSTRAINTS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96E1A-E309-E987-930F-90737FEDC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2" b="10037"/>
          <a:stretch>
            <a:fillRect/>
          </a:stretch>
        </p:blipFill>
        <p:spPr>
          <a:xfrm>
            <a:off x="6759616" y="3333508"/>
            <a:ext cx="4358454" cy="3524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C6B417-551A-F66E-0FD2-D81D981B750F}"/>
              </a:ext>
            </a:extLst>
          </p:cNvPr>
          <p:cNvSpPr txBox="1"/>
          <p:nvPr/>
        </p:nvSpPr>
        <p:spPr>
          <a:xfrm>
            <a:off x="9980613" y="2228671"/>
            <a:ext cx="2685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</a:rPr>
              <a:t>.?</a:t>
            </a:r>
          </a:p>
        </p:txBody>
      </p:sp>
    </p:spTree>
    <p:extLst>
      <p:ext uri="{BB962C8B-B14F-4D97-AF65-F5344CB8AC3E}">
        <p14:creationId xmlns:p14="http://schemas.microsoft.com/office/powerpoint/2010/main" val="235493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E582A-2C58-641C-20D6-698FCF5D3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866274"/>
            <a:ext cx="11094720" cy="5153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Create the databases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</a:rPr>
              <a:t> CREATE DATABASE </a:t>
            </a:r>
            <a:r>
              <a:rPr lang="en-US" sz="2400" dirty="0" err="1">
                <a:solidFill>
                  <a:srgbClr val="00B050"/>
                </a:solidFill>
              </a:rPr>
              <a:t>library_project_db</a:t>
            </a:r>
            <a:r>
              <a:rPr lang="en-US" sz="24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Use the database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</a:rPr>
              <a:t>USE </a:t>
            </a:r>
            <a:r>
              <a:rPr lang="en-US" sz="2400" dirty="0" err="1">
                <a:solidFill>
                  <a:srgbClr val="00B050"/>
                </a:solidFill>
              </a:rPr>
              <a:t>library_project_db</a:t>
            </a:r>
            <a:r>
              <a:rPr lang="en-US" sz="2400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Create the tables and constraints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</a:rPr>
              <a:t>CREATE TABLE Book ( </a:t>
            </a:r>
            <a:r>
              <a:rPr lang="en-US" sz="2400" dirty="0" err="1">
                <a:solidFill>
                  <a:srgbClr val="00B050"/>
                </a:solidFill>
              </a:rPr>
              <a:t>book_id</a:t>
            </a:r>
            <a:r>
              <a:rPr lang="en-US" sz="2400" dirty="0">
                <a:solidFill>
                  <a:srgbClr val="00B050"/>
                </a:solidFill>
              </a:rPr>
              <a:t> INT PRIMARY KEY AUTO_INCREMENT,    title VARCHAR(150) NOT NULL,    author VARCHAR(100),    </a:t>
            </a:r>
            <a:r>
              <a:rPr lang="en-US" sz="2400" dirty="0" err="1">
                <a:solidFill>
                  <a:srgbClr val="00B050"/>
                </a:solidFill>
              </a:rPr>
              <a:t>category_id</a:t>
            </a:r>
            <a:r>
              <a:rPr lang="en-US" sz="2400" dirty="0">
                <a:solidFill>
                  <a:srgbClr val="00B050"/>
                </a:solidFill>
              </a:rPr>
              <a:t> INT,    </a:t>
            </a:r>
            <a:r>
              <a:rPr lang="en-US" sz="2400" dirty="0" err="1">
                <a:solidFill>
                  <a:srgbClr val="00B050"/>
                </a:solidFill>
              </a:rPr>
              <a:t>available_copies</a:t>
            </a:r>
            <a:r>
              <a:rPr lang="en-US" sz="2400" dirty="0">
                <a:solidFill>
                  <a:srgbClr val="00B050"/>
                </a:solidFill>
              </a:rPr>
              <a:t> INT DEFAULT 1,    FOREIGN KEY (</a:t>
            </a:r>
            <a:r>
              <a:rPr lang="en-US" sz="2400" dirty="0" err="1">
                <a:solidFill>
                  <a:srgbClr val="00B050"/>
                </a:solidFill>
              </a:rPr>
              <a:t>category_id</a:t>
            </a:r>
            <a:r>
              <a:rPr lang="en-US" sz="2400" dirty="0">
                <a:solidFill>
                  <a:srgbClr val="00B050"/>
                </a:solidFill>
              </a:rPr>
              <a:t>) REFERENCES Category(</a:t>
            </a:r>
            <a:r>
              <a:rPr lang="en-US" sz="2400" dirty="0" err="1">
                <a:solidFill>
                  <a:srgbClr val="00B050"/>
                </a:solidFill>
              </a:rPr>
              <a:t>category_id</a:t>
            </a:r>
            <a:r>
              <a:rPr lang="en-US" sz="2400" dirty="0">
                <a:solidFill>
                  <a:srgbClr val="00B050"/>
                </a:solidFill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428093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40FD-8A83-A5A6-7DB0-AFE393C6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FDCE-BEFC-3B8E-E447-F49EBA66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669540"/>
          </a:xfrm>
        </p:spPr>
        <p:txBody>
          <a:bodyPr>
            <a:normAutofit lnSpcReduction="10000"/>
          </a:bodyPr>
          <a:lstStyle/>
          <a:p>
            <a:pPr>
              <a:buBlip>
                <a:blip r:embed="rId2"/>
              </a:buBlip>
            </a:pPr>
            <a:r>
              <a:rPr lang="en-US" sz="2000" dirty="0"/>
              <a:t>PRIMARY KEY- </a:t>
            </a:r>
            <a:r>
              <a:rPr lang="en-US" dirty="0"/>
              <a:t>A combination of NOT NULL and UNIQUE that uniquely identifies each row.</a:t>
            </a:r>
            <a:endParaRPr lang="en-US" sz="2000" dirty="0"/>
          </a:p>
          <a:p>
            <a:pPr>
              <a:buBlip>
                <a:blip r:embed="rId2"/>
              </a:buBlip>
            </a:pPr>
            <a:r>
              <a:rPr lang="en-US" sz="2000" dirty="0"/>
              <a:t>FOREIGN KEY- </a:t>
            </a:r>
            <a:r>
              <a:rPr lang="en-US" dirty="0"/>
              <a:t>Prevents actions that would destroy links between tables.</a:t>
            </a:r>
            <a:endParaRPr lang="en-US" sz="2000" dirty="0"/>
          </a:p>
          <a:p>
            <a:pPr>
              <a:buBlip>
                <a:blip r:embed="rId2"/>
              </a:buBlip>
            </a:pPr>
            <a:r>
              <a:rPr lang="en-US" sz="2000" dirty="0"/>
              <a:t>UNIQUE KEY- </a:t>
            </a:r>
            <a:r>
              <a:rPr lang="en-US" dirty="0"/>
              <a:t>Ensures all values in a column are duplicate.</a:t>
            </a:r>
            <a:endParaRPr lang="en-US" sz="2000" dirty="0"/>
          </a:p>
          <a:p>
            <a:pPr>
              <a:buBlip>
                <a:blip r:embed="rId2"/>
              </a:buBlip>
            </a:pPr>
            <a:r>
              <a:rPr lang="en-US" sz="2000" dirty="0"/>
              <a:t>CHECK- </a:t>
            </a:r>
            <a:r>
              <a:rPr lang="en-US" dirty="0"/>
              <a:t> Validates that all values in a column satisfy a specific condition.</a:t>
            </a:r>
            <a:endParaRPr lang="en-US" sz="2000" dirty="0"/>
          </a:p>
          <a:p>
            <a:pPr>
              <a:buBlip>
                <a:blip r:embed="rId2"/>
              </a:buBlip>
            </a:pPr>
            <a:r>
              <a:rPr lang="en-US" sz="2000" dirty="0"/>
              <a:t> DEFAULT- </a:t>
            </a:r>
            <a:r>
              <a:rPr lang="en-US" dirty="0"/>
              <a:t>Sets a fallback value for a column when no value is provided. </a:t>
            </a:r>
            <a:endParaRPr lang="en-US" sz="2000" dirty="0"/>
          </a:p>
          <a:p>
            <a:pPr>
              <a:buBlip>
                <a:blip r:embed="rId2"/>
              </a:buBlip>
            </a:pPr>
            <a:r>
              <a:rPr lang="en-US" sz="2000" dirty="0"/>
              <a:t>NOT NULL -</a:t>
            </a:r>
            <a:r>
              <a:rPr lang="en-US" dirty="0"/>
              <a:t> Prevents a column from having a NULL value.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839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8CFB-A9B0-516C-9A4B-75121BB5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578" y="544011"/>
            <a:ext cx="11134844" cy="1678328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400" b="1" dirty="0"/>
              <a:t>logical position   </a:t>
            </a:r>
            <a:br>
              <a:rPr lang="en-US" sz="4400" b="1" dirty="0"/>
            </a:br>
            <a:r>
              <a:rPr lang="en-US" dirty="0"/>
              <a:t>select ,from , where , group by, having, order by ,limit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BA78F-8A46-49A6-6D23-04DD5858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507487" cy="3416300"/>
          </a:xfrm>
        </p:spPr>
        <p:txBody>
          <a:bodyPr>
            <a:normAutofit/>
          </a:bodyPr>
          <a:lstStyle/>
          <a:p>
            <a:r>
              <a:rPr lang="en-US" sz="2400" dirty="0"/>
              <a:t>SELECT     m.name,    COUNT(</a:t>
            </a:r>
            <a:r>
              <a:rPr lang="en-US" sz="2400" dirty="0" err="1"/>
              <a:t>i.issue_id</a:t>
            </a:r>
            <a:r>
              <a:rPr lang="en-US" sz="2400" dirty="0"/>
              <a:t>) AS </a:t>
            </a:r>
            <a:r>
              <a:rPr lang="en-US" sz="2400" dirty="0" err="1"/>
              <a:t>total_books</a:t>
            </a:r>
            <a:r>
              <a:rPr lang="en-US" sz="2400" dirty="0"/>
              <a:t> FROM Member m</a:t>
            </a:r>
          </a:p>
          <a:p>
            <a:pPr marL="0" indent="0">
              <a:buNone/>
            </a:pPr>
            <a:r>
              <a:rPr lang="en-US" sz="2400" dirty="0"/>
              <a:t>JOIN </a:t>
            </a:r>
            <a:r>
              <a:rPr lang="en-US" sz="2400" dirty="0" err="1"/>
              <a:t>Issue_Record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    ON </a:t>
            </a:r>
            <a:r>
              <a:rPr lang="en-US" sz="2400" dirty="0" err="1"/>
              <a:t>m.member_id</a:t>
            </a:r>
            <a:r>
              <a:rPr lang="en-US" sz="2400" dirty="0"/>
              <a:t> = </a:t>
            </a:r>
            <a:r>
              <a:rPr lang="en-US" sz="2400" dirty="0" err="1"/>
              <a:t>i.member_idWHERE</a:t>
            </a:r>
            <a:r>
              <a:rPr lang="en-US" sz="2400" dirty="0"/>
              <a:t> </a:t>
            </a:r>
            <a:r>
              <a:rPr lang="en-US" sz="2400" dirty="0" err="1"/>
              <a:t>i.issue_date</a:t>
            </a:r>
            <a:r>
              <a:rPr lang="en-US" sz="2400" dirty="0"/>
              <a:t> BETWEEN '2026-01-01' AND '2026-01-10'GROUP BY </a:t>
            </a:r>
            <a:r>
              <a:rPr lang="en-US" sz="2400" dirty="0" err="1"/>
              <a:t>m.member_id</a:t>
            </a:r>
            <a:r>
              <a:rPr lang="en-US" sz="2400" dirty="0"/>
              <a:t>, </a:t>
            </a:r>
            <a:r>
              <a:rPr lang="en-US" sz="2400" dirty="0" err="1"/>
              <a:t>m.nameHAVING</a:t>
            </a:r>
            <a:r>
              <a:rPr lang="en-US" sz="2400" dirty="0"/>
              <a:t> COUNT(</a:t>
            </a:r>
            <a:r>
              <a:rPr lang="en-US" sz="2400" dirty="0" err="1"/>
              <a:t>i.issue_id</a:t>
            </a:r>
            <a:r>
              <a:rPr lang="en-US" sz="2400" dirty="0"/>
              <a:t>) &gt; 1ORDER BY </a:t>
            </a:r>
            <a:r>
              <a:rPr lang="en-US" sz="2400" dirty="0" err="1"/>
              <a:t>total_books</a:t>
            </a:r>
            <a:r>
              <a:rPr lang="en-US" sz="2400" dirty="0"/>
              <a:t> DESCLIMIT 5;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1743F6-37E4-7F2C-D9B7-94AE941631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707699"/>
              </p:ext>
            </p:extLst>
          </p:nvPr>
        </p:nvGraphicFramePr>
        <p:xfrm>
          <a:off x="7974957" y="2466373"/>
          <a:ext cx="3518704" cy="3385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05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74C-E9C8-2F78-4289-42A9AA0E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JOINS</a:t>
            </a:r>
          </a:p>
        </p:txBody>
      </p:sp>
      <p:pic>
        <p:nvPicPr>
          <p:cNvPr id="6" name="Content Placeholder 5" descr="Link">
            <a:extLst>
              <a:ext uri="{FF2B5EF4-FFF2-40B4-BE49-F238E27FC236}">
                <a16:creationId xmlns:a16="http://schemas.microsoft.com/office/drawing/2014/main" id="{886CA9F7-E073-7F63-7DCD-09BAE79C3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0342" y="869950"/>
            <a:ext cx="914400" cy="9144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4C37EC-D41F-F3E0-D526-F1867FF311A2}"/>
              </a:ext>
            </a:extLst>
          </p:cNvPr>
          <p:cNvSpPr txBox="1"/>
          <p:nvPr/>
        </p:nvSpPr>
        <p:spPr>
          <a:xfrm>
            <a:off x="590551" y="2424897"/>
            <a:ext cx="109918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TYPES OF JOINS</a:t>
            </a:r>
          </a:p>
          <a:p>
            <a:r>
              <a:rPr lang="en-US" u="sng" dirty="0"/>
              <a:t>INNER JOIN  </a:t>
            </a:r>
            <a:r>
              <a:rPr lang="en-US" dirty="0"/>
              <a:t>-</a:t>
            </a:r>
            <a:r>
              <a:rPr lang="en-US" b="1" dirty="0"/>
              <a:t>Inner Join (Default):</a:t>
            </a:r>
            <a:r>
              <a:rPr lang="en-US" dirty="0"/>
              <a:t> Returns rows with matching values in both tables.</a:t>
            </a:r>
            <a:br>
              <a:rPr lang="en-US" dirty="0"/>
            </a:br>
            <a:endParaRPr lang="en-US" dirty="0"/>
          </a:p>
          <a:p>
            <a:r>
              <a:rPr lang="en-US" u="sng" dirty="0"/>
              <a:t>OUTER JOIN</a:t>
            </a:r>
          </a:p>
          <a:p>
            <a:r>
              <a:rPr lang="en-US" dirty="0"/>
              <a:t>                            </a:t>
            </a:r>
            <a:r>
              <a:rPr lang="en-US" u="sng" dirty="0"/>
              <a:t>- LEFT JOIN </a:t>
            </a:r>
            <a:r>
              <a:rPr lang="en-US" dirty="0"/>
              <a:t>-</a:t>
            </a:r>
            <a:r>
              <a:rPr lang="en-US" b="1" dirty="0"/>
              <a:t>Left Join:</a:t>
            </a:r>
            <a:r>
              <a:rPr lang="en-US" dirty="0"/>
              <a:t> Returns all rows from the left table and matched rows from the right.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                     - </a:t>
            </a:r>
            <a:r>
              <a:rPr lang="en-US" u="sng" dirty="0"/>
              <a:t>RIGHT JOI</a:t>
            </a:r>
            <a:r>
              <a:rPr lang="en-US" dirty="0"/>
              <a:t>N- </a:t>
            </a:r>
            <a:r>
              <a:rPr lang="en-US" b="1" dirty="0"/>
              <a:t>Right Join:</a:t>
            </a:r>
            <a:r>
              <a:rPr lang="en-US" dirty="0"/>
              <a:t> Returns all rows from the right table and matched rows from the left.</a:t>
            </a:r>
          </a:p>
          <a:p>
            <a:endParaRPr lang="en-US" dirty="0"/>
          </a:p>
          <a:p>
            <a:r>
              <a:rPr lang="en-US" u="sng" dirty="0"/>
              <a:t>FULL JOIN </a:t>
            </a:r>
            <a:r>
              <a:rPr lang="en-US" dirty="0"/>
              <a:t>-</a:t>
            </a:r>
            <a:r>
              <a:rPr lang="en-US" b="1" dirty="0"/>
              <a:t>Full Join:</a:t>
            </a:r>
            <a:r>
              <a:rPr lang="en-US" dirty="0"/>
              <a:t> Returns all rows when there is a match in either table.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0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D5F28-EB06-ABE6-BD03-B3F65097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EF06F-905A-9400-7330-1BE6421C8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1139825"/>
          </a:xfrm>
        </p:spPr>
        <p:txBody>
          <a:bodyPr/>
          <a:lstStyle/>
          <a:p>
            <a:r>
              <a:rPr lang="en-US" dirty="0"/>
              <a:t>SELECT m.name, </a:t>
            </a:r>
            <a:r>
              <a:rPr lang="en-US" dirty="0" err="1"/>
              <a:t>b.title</a:t>
            </a:r>
            <a:r>
              <a:rPr lang="en-US" dirty="0"/>
              <a:t>, </a:t>
            </a:r>
            <a:r>
              <a:rPr lang="en-US" dirty="0" err="1"/>
              <a:t>a.action</a:t>
            </a:r>
            <a:r>
              <a:rPr lang="en-US" dirty="0"/>
              <a:t>, </a:t>
            </a:r>
            <a:r>
              <a:rPr lang="en-US" dirty="0" err="1"/>
              <a:t>a.action_dateFROM</a:t>
            </a:r>
            <a:r>
              <a:rPr lang="en-US" dirty="0"/>
              <a:t> </a:t>
            </a:r>
            <a:r>
              <a:rPr lang="en-US" dirty="0" err="1"/>
              <a:t>Activity_Log</a:t>
            </a:r>
            <a:r>
              <a:rPr lang="en-US" dirty="0"/>
              <a:t> </a:t>
            </a:r>
            <a:r>
              <a:rPr lang="en-US" dirty="0" err="1"/>
              <a:t>aINNER</a:t>
            </a:r>
            <a:r>
              <a:rPr lang="en-US" dirty="0"/>
              <a:t> JOIN Member m ON </a:t>
            </a:r>
            <a:r>
              <a:rPr lang="en-US" dirty="0" err="1"/>
              <a:t>a.member_id</a:t>
            </a:r>
            <a:r>
              <a:rPr lang="en-US" dirty="0"/>
              <a:t> = </a:t>
            </a:r>
            <a:r>
              <a:rPr lang="en-US" dirty="0" err="1"/>
              <a:t>m.member_idINNER</a:t>
            </a:r>
            <a:r>
              <a:rPr lang="en-US" dirty="0"/>
              <a:t> JOIN Book b ON </a:t>
            </a:r>
            <a:r>
              <a:rPr lang="en-US" dirty="0" err="1"/>
              <a:t>a.book_id</a:t>
            </a:r>
            <a:r>
              <a:rPr lang="en-US" dirty="0"/>
              <a:t> = </a:t>
            </a:r>
            <a:r>
              <a:rPr lang="en-US" dirty="0" err="1"/>
              <a:t>b.book_id</a:t>
            </a:r>
            <a:r>
              <a:rPr lang="en-US" dirty="0"/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8137F-A969-8AE6-3B7A-70F4464834FF}"/>
              </a:ext>
            </a:extLst>
          </p:cNvPr>
          <p:cNvSpPr txBox="1"/>
          <p:nvPr/>
        </p:nvSpPr>
        <p:spPr>
          <a:xfrm>
            <a:off x="1057275" y="3876675"/>
            <a:ext cx="1042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outer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FC1F8-14C6-DF0C-3A89-4100461AF053}"/>
              </a:ext>
            </a:extLst>
          </p:cNvPr>
          <p:cNvSpPr txBox="1"/>
          <p:nvPr/>
        </p:nvSpPr>
        <p:spPr>
          <a:xfrm>
            <a:off x="1154954" y="4572000"/>
            <a:ext cx="9627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SELECT </a:t>
            </a:r>
            <a:r>
              <a:rPr lang="en-US" dirty="0" err="1"/>
              <a:t>b.title</a:t>
            </a:r>
            <a:r>
              <a:rPr lang="en-US" dirty="0"/>
              <a:t>, </a:t>
            </a:r>
            <a:r>
              <a:rPr lang="en-US" dirty="0" err="1"/>
              <a:t>i.issue_idFROM</a:t>
            </a:r>
            <a:r>
              <a:rPr lang="en-US" dirty="0"/>
              <a:t> Book </a:t>
            </a:r>
            <a:r>
              <a:rPr lang="en-US" dirty="0" err="1"/>
              <a:t>bLEFT</a:t>
            </a:r>
            <a:r>
              <a:rPr lang="en-US" dirty="0"/>
              <a:t> JOIN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i.book_id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741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120B-00BD-789B-B862-E824A2A2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ED8F7-7A03-5820-2AC4-F2682903F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949325"/>
          </a:xfrm>
        </p:spPr>
        <p:txBody>
          <a:bodyPr/>
          <a:lstStyle/>
          <a:p>
            <a:r>
              <a:rPr lang="en-US" dirty="0"/>
              <a:t>SELECT m.name, </a:t>
            </a:r>
            <a:r>
              <a:rPr lang="en-US" dirty="0" err="1"/>
              <a:t>i.issue_id</a:t>
            </a:r>
            <a:r>
              <a:rPr lang="en-US" dirty="0"/>
              <a:t>, </a:t>
            </a:r>
            <a:r>
              <a:rPr lang="en-US" dirty="0" err="1"/>
              <a:t>i.issue_dateFROM</a:t>
            </a:r>
            <a:r>
              <a:rPr lang="en-US" dirty="0"/>
              <a:t> Member </a:t>
            </a:r>
            <a:r>
              <a:rPr lang="en-US" dirty="0" err="1"/>
              <a:t>mRIGHT</a:t>
            </a:r>
            <a:r>
              <a:rPr lang="en-US" dirty="0"/>
              <a:t> JOIN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   ON </a:t>
            </a:r>
            <a:r>
              <a:rPr lang="en-US" dirty="0" err="1"/>
              <a:t>m.member_id</a:t>
            </a:r>
            <a:r>
              <a:rPr lang="en-US" dirty="0"/>
              <a:t> = </a:t>
            </a:r>
            <a:r>
              <a:rPr lang="en-US" dirty="0" err="1"/>
              <a:t>i.member_id</a:t>
            </a:r>
            <a:r>
              <a:rPr lang="en-US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4F1E9-BE88-7D2B-35E7-52E28DDF0973}"/>
              </a:ext>
            </a:extLst>
          </p:cNvPr>
          <p:cNvSpPr txBox="1"/>
          <p:nvPr/>
        </p:nvSpPr>
        <p:spPr>
          <a:xfrm>
            <a:off x="1419225" y="3867150"/>
            <a:ext cx="1007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join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CA8C3-7089-E5D3-7602-EC4D87E8B097}"/>
              </a:ext>
            </a:extLst>
          </p:cNvPr>
          <p:cNvSpPr txBox="1"/>
          <p:nvPr/>
        </p:nvSpPr>
        <p:spPr>
          <a:xfrm>
            <a:off x="1154954" y="4550807"/>
            <a:ext cx="93407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SELECT m.name, </a:t>
            </a:r>
            <a:r>
              <a:rPr lang="en-US" dirty="0" err="1"/>
              <a:t>i.issue_idFROM</a:t>
            </a:r>
            <a:r>
              <a:rPr lang="en-US" dirty="0"/>
              <a:t> Member </a:t>
            </a:r>
            <a:r>
              <a:rPr lang="en-US" dirty="0" err="1"/>
              <a:t>mLEFT</a:t>
            </a:r>
            <a:r>
              <a:rPr lang="en-US" dirty="0"/>
              <a:t> JOIN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    ON </a:t>
            </a:r>
            <a:r>
              <a:rPr lang="en-US" dirty="0" err="1"/>
              <a:t>m.member_id</a:t>
            </a:r>
            <a:r>
              <a:rPr lang="en-US" dirty="0"/>
              <a:t> = </a:t>
            </a:r>
            <a:r>
              <a:rPr lang="en-US" dirty="0" err="1"/>
              <a:t>i.member_idUNIONSELECT</a:t>
            </a:r>
            <a:r>
              <a:rPr lang="en-US" dirty="0"/>
              <a:t> m.name, </a:t>
            </a:r>
            <a:r>
              <a:rPr lang="en-US" dirty="0" err="1"/>
              <a:t>i.issue_idFROM</a:t>
            </a:r>
            <a:r>
              <a:rPr lang="en-US" dirty="0"/>
              <a:t> Member </a:t>
            </a:r>
            <a:r>
              <a:rPr lang="en-US" dirty="0" err="1"/>
              <a:t>mRIGHT</a:t>
            </a:r>
            <a:r>
              <a:rPr lang="en-US" dirty="0"/>
              <a:t> JOIN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    ON </a:t>
            </a:r>
            <a:r>
              <a:rPr lang="en-US" dirty="0" err="1"/>
              <a:t>m.member_id</a:t>
            </a:r>
            <a:r>
              <a:rPr lang="en-US" dirty="0"/>
              <a:t> = </a:t>
            </a:r>
            <a:r>
              <a:rPr lang="en-US" dirty="0" err="1"/>
              <a:t>i.member_id</a:t>
            </a:r>
            <a:r>
              <a:rPr lang="en-US" dirty="0"/>
              <a:t> limit 2;</a:t>
            </a:r>
          </a:p>
        </p:txBody>
      </p:sp>
    </p:spTree>
    <p:extLst>
      <p:ext uri="{BB962C8B-B14F-4D97-AF65-F5344CB8AC3E}">
        <p14:creationId xmlns:p14="http://schemas.microsoft.com/office/powerpoint/2010/main" val="197923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1F1B-5EC4-345B-9533-4310208C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0E02-9BB3-FF42-6AD3-4E565A6F9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94316" cy="1769717"/>
          </a:xfrm>
        </p:spPr>
        <p:txBody>
          <a:bodyPr/>
          <a:lstStyle/>
          <a:p>
            <a:r>
              <a:rPr lang="en-US" b="1" dirty="0"/>
              <a:t>Aggregate Functions:</a:t>
            </a:r>
            <a:r>
              <a:rPr lang="en-US" dirty="0"/>
              <a:t> SUM(), AVG(), COUNT(), MIN(), MAX()</a:t>
            </a:r>
          </a:p>
          <a:p>
            <a:r>
              <a:rPr lang="en-US" b="1" dirty="0"/>
              <a:t>String functions -</a:t>
            </a:r>
            <a:r>
              <a:rPr lang="en-US" dirty="0"/>
              <a:t> UPPER(), LOWER(), SUBSTRING(), CONCAT(),left(),right().</a:t>
            </a:r>
            <a:endParaRPr lang="en-US" b="1" dirty="0"/>
          </a:p>
          <a:p>
            <a:r>
              <a:rPr lang="en-US" b="1" dirty="0"/>
              <a:t>Data functions - </a:t>
            </a:r>
            <a:r>
              <a:rPr lang="en-US" dirty="0"/>
              <a:t> NOW(), GETDATE(), DATEDIFF(), YEAR().</a:t>
            </a:r>
          </a:p>
        </p:txBody>
      </p:sp>
    </p:spTree>
    <p:extLst>
      <p:ext uri="{BB962C8B-B14F-4D97-AF65-F5344CB8AC3E}">
        <p14:creationId xmlns:p14="http://schemas.microsoft.com/office/powerpoint/2010/main" val="355250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E4975-DD2F-CCB9-9FA7-D7094613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624840"/>
            <a:ext cx="11155680" cy="5394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Aggregate Functions: 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b="1" dirty="0"/>
              <a:t>String function</a:t>
            </a:r>
          </a:p>
          <a:p>
            <a:pPr marL="0" indent="0">
              <a:buNone/>
            </a:pPr>
            <a:r>
              <a:rPr lang="en-US" dirty="0"/>
              <a:t>select name, left(email,9) from member ;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 Data formatting</a:t>
            </a:r>
          </a:p>
          <a:p>
            <a:pPr marL="0" indent="0">
              <a:buNone/>
            </a:pPr>
            <a:r>
              <a:rPr lang="en-US" dirty="0"/>
              <a:t>  select </a:t>
            </a:r>
            <a:r>
              <a:rPr lang="en-US" dirty="0" err="1"/>
              <a:t>book_id,librarian_id,member_id</a:t>
            </a:r>
            <a:r>
              <a:rPr lang="en-US" dirty="0"/>
              <a:t>, </a:t>
            </a:r>
            <a:r>
              <a:rPr lang="en-US" dirty="0" err="1"/>
              <a:t>date_format</a:t>
            </a:r>
            <a:r>
              <a:rPr lang="en-US" dirty="0"/>
              <a:t>(</a:t>
            </a:r>
            <a:r>
              <a:rPr lang="en-US" dirty="0" err="1"/>
              <a:t>issue_date,'%M,%d,%y</a:t>
            </a:r>
            <a:r>
              <a:rPr lang="en-US" dirty="0"/>
              <a:t>') as </a:t>
            </a:r>
            <a:r>
              <a:rPr lang="en-US" dirty="0" err="1"/>
              <a:t>issue_date</a:t>
            </a:r>
            <a:r>
              <a:rPr lang="en-US" dirty="0"/>
              <a:t> from </a:t>
            </a:r>
            <a:r>
              <a:rPr lang="en-US" dirty="0" err="1"/>
              <a:t>issue_record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15786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4289-9025-1C45-72A2-2765D708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Subqueries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A443-6A49-35C5-A633-4210E625B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2286000"/>
            <a:ext cx="11795760" cy="384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Subqueries</a:t>
            </a:r>
            <a:endParaRPr lang="en-US" dirty="0"/>
          </a:p>
          <a:p>
            <a:pPr marL="0" indent="0">
              <a:buNone/>
            </a:pPr>
            <a:r>
              <a:rPr lang="en-US" sz="2600" dirty="0"/>
              <a:t>A SQL subquery is a nested query within a main query, placed inside parentheses to perform operations like filtering, inserting, or updating data based on results from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dirty="0"/>
              <a:t>another table.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C0D9-0ADD-2D3D-9ECD-64B028EE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28650"/>
            <a:ext cx="8761413" cy="17634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Scalar Subquery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24BA-E8D6-EA85-2341-4D7F70FD2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483110" cy="34163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4200" dirty="0"/>
              <a:t>A scalar subquery is a subquery that selects only one column or expression and returns one row. A scalar subquery can be used anywhere in an SQL query that a column or expression can be used.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400" dirty="0"/>
              <a:t>SELECT m.name, </a:t>
            </a:r>
            <a:r>
              <a:rPr lang="en-US" sz="3400" dirty="0" err="1"/>
              <a:t>b.title</a:t>
            </a:r>
            <a:r>
              <a:rPr lang="en-US" sz="3400" dirty="0"/>
              <a:t>, </a:t>
            </a:r>
            <a:r>
              <a:rPr lang="en-US" sz="3400" dirty="0" err="1"/>
              <a:t>i.issue_dateFROM</a:t>
            </a:r>
            <a:r>
              <a:rPr lang="en-US" sz="3400" dirty="0"/>
              <a:t> </a:t>
            </a:r>
            <a:r>
              <a:rPr lang="en-US" sz="3400" dirty="0" err="1"/>
              <a:t>Issue_Record</a:t>
            </a:r>
            <a:r>
              <a:rPr lang="en-US" sz="3400" dirty="0"/>
              <a:t> </a:t>
            </a:r>
            <a:r>
              <a:rPr lang="en-US" sz="3400" dirty="0" err="1"/>
              <a:t>iJOIN</a:t>
            </a:r>
            <a:r>
              <a:rPr lang="en-US" sz="3400" dirty="0"/>
              <a:t> Member m ON </a:t>
            </a:r>
            <a:r>
              <a:rPr lang="en-US" sz="3400" dirty="0" err="1"/>
              <a:t>i.member_id</a:t>
            </a:r>
            <a:r>
              <a:rPr lang="en-US" sz="3400" dirty="0"/>
              <a:t> = </a:t>
            </a:r>
            <a:r>
              <a:rPr lang="en-US" sz="3400" dirty="0" err="1"/>
              <a:t>m.member_idJOIN</a:t>
            </a:r>
            <a:r>
              <a:rPr lang="en-US" sz="3400" dirty="0"/>
              <a:t> Book b ON </a:t>
            </a:r>
            <a:r>
              <a:rPr lang="en-US" sz="3400" dirty="0" err="1"/>
              <a:t>i.book_id</a:t>
            </a:r>
            <a:r>
              <a:rPr lang="en-US" sz="3400" dirty="0"/>
              <a:t> = </a:t>
            </a:r>
            <a:r>
              <a:rPr lang="en-US" sz="3400" dirty="0" err="1"/>
              <a:t>b.book_idWHERE</a:t>
            </a:r>
            <a:r>
              <a:rPr lang="en-US" sz="3400" dirty="0"/>
              <a:t> </a:t>
            </a:r>
            <a:r>
              <a:rPr lang="en-US" sz="3400" dirty="0" err="1"/>
              <a:t>i.issue_date</a:t>
            </a:r>
            <a:r>
              <a:rPr lang="en-US" sz="3400" dirty="0"/>
              <a:t> = (    SELECT MAX(</a:t>
            </a:r>
            <a:r>
              <a:rPr lang="en-US" sz="3400" dirty="0" err="1"/>
              <a:t>issue_date</a:t>
            </a:r>
            <a:r>
              <a:rPr lang="en-US" sz="3400" dirty="0"/>
              <a:t>)    FROM </a:t>
            </a:r>
            <a:r>
              <a:rPr lang="en-US" sz="3400" dirty="0" err="1"/>
              <a:t>Issue_Record</a:t>
            </a:r>
            <a:r>
              <a:rPr lang="en-US" sz="3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21183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FF8D-9135-D40A-064D-FBD07E85C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Tabular subquery   </a:t>
            </a:r>
          </a:p>
          <a:p>
            <a:pPr marL="0" indent="0">
              <a:buNone/>
            </a:pPr>
            <a:r>
              <a:rPr lang="en-US" dirty="0"/>
              <a:t>A tabular subquery (also known as a table subquery) returns a result set with multiple rows and columns and is typically used in the FROM or JOIN clauses of a SQL statement.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*FROM </a:t>
            </a:r>
            <a:r>
              <a:rPr lang="en-US" dirty="0" err="1"/>
              <a:t>Issue_RecordWHERE</a:t>
            </a:r>
            <a:r>
              <a:rPr lang="en-US" dirty="0"/>
              <a:t> (</a:t>
            </a:r>
            <a:r>
              <a:rPr lang="en-US" dirty="0" err="1"/>
              <a:t>book_id</a:t>
            </a:r>
            <a:r>
              <a:rPr lang="en-US" dirty="0"/>
              <a:t>, </a:t>
            </a:r>
            <a:r>
              <a:rPr lang="en-US" dirty="0" err="1"/>
              <a:t>member_id</a:t>
            </a:r>
            <a:r>
              <a:rPr lang="en-US" dirty="0"/>
              <a:t>) IN (    SELECT </a:t>
            </a:r>
            <a:r>
              <a:rPr lang="en-US" dirty="0" err="1"/>
              <a:t>book_id</a:t>
            </a:r>
            <a:r>
              <a:rPr lang="en-US" dirty="0"/>
              <a:t>, </a:t>
            </a:r>
            <a:r>
              <a:rPr lang="en-US" dirty="0" err="1"/>
              <a:t>member_id</a:t>
            </a:r>
            <a:r>
              <a:rPr lang="en-US" dirty="0"/>
              <a:t>    FROM </a:t>
            </a:r>
            <a:r>
              <a:rPr lang="en-US" dirty="0" err="1"/>
              <a:t>Issue_Record</a:t>
            </a:r>
            <a:r>
              <a:rPr lang="en-US" dirty="0"/>
              <a:t>    WHERE status = 'Issued');</a:t>
            </a:r>
          </a:p>
        </p:txBody>
      </p:sp>
    </p:spTree>
    <p:extLst>
      <p:ext uri="{BB962C8B-B14F-4D97-AF65-F5344CB8AC3E}">
        <p14:creationId xmlns:p14="http://schemas.microsoft.com/office/powerpoint/2010/main" val="2981095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C1B5C-767D-ADCB-917F-181AD893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26010" cy="34163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Correlated Subquery</a:t>
            </a:r>
          </a:p>
          <a:p>
            <a:pPr marL="0" indent="0">
              <a:buNone/>
            </a:pPr>
            <a:r>
              <a:rPr lang="en-US" dirty="0"/>
              <a:t>Correlated subqueries execute repeatedly Since the query runs once per outer query row, it can slow queries on large tables by rescanning inner data multiple times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nameFROM</a:t>
            </a:r>
            <a:r>
              <a:rPr lang="en-US" dirty="0"/>
              <a:t> Member </a:t>
            </a:r>
            <a:r>
              <a:rPr lang="en-US" dirty="0" err="1"/>
              <a:t>mWHERE</a:t>
            </a:r>
            <a:r>
              <a:rPr lang="en-US" dirty="0"/>
              <a:t> (    SELECT COUNT(*)    FROM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   WHERE </a:t>
            </a:r>
            <a:r>
              <a:rPr lang="en-US" dirty="0" err="1"/>
              <a:t>i.member_id</a:t>
            </a:r>
            <a:r>
              <a:rPr lang="en-US" dirty="0"/>
              <a:t> = </a:t>
            </a:r>
            <a:r>
              <a:rPr lang="en-US" dirty="0" err="1"/>
              <a:t>m.member_id</a:t>
            </a:r>
            <a:r>
              <a:rPr lang="en-US" dirty="0"/>
              <a:t>) &gt; 1;</a:t>
            </a:r>
          </a:p>
        </p:txBody>
      </p:sp>
    </p:spTree>
    <p:extLst>
      <p:ext uri="{BB962C8B-B14F-4D97-AF65-F5344CB8AC3E}">
        <p14:creationId xmlns:p14="http://schemas.microsoft.com/office/powerpoint/2010/main" val="130185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179-0242-B5B4-7FCA-3486EE43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840" y="516468"/>
            <a:ext cx="8761413" cy="706964"/>
          </a:xfrm>
        </p:spPr>
        <p:txBody>
          <a:bodyPr/>
          <a:lstStyle/>
          <a:p>
            <a:pPr algn="ctr"/>
            <a:r>
              <a:rPr lang="en-US" b="1" dirty="0"/>
              <a:t>     SQL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8FE87-7848-C68E-E31D-D82E9B357016}"/>
              </a:ext>
            </a:extLst>
          </p:cNvPr>
          <p:cNvSpPr/>
          <p:nvPr/>
        </p:nvSpPr>
        <p:spPr>
          <a:xfrm>
            <a:off x="44064" y="1827589"/>
            <a:ext cx="3971407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DDL-(Data definition language)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create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alter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drop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E14F6-3557-A55A-0C47-533DB12696FD}"/>
              </a:ext>
            </a:extLst>
          </p:cNvPr>
          <p:cNvSpPr/>
          <p:nvPr/>
        </p:nvSpPr>
        <p:spPr>
          <a:xfrm>
            <a:off x="932188" y="3548742"/>
            <a:ext cx="3971407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DRL/DQL-(Data query language/</a:t>
            </a:r>
          </a:p>
          <a:p>
            <a:r>
              <a:rPr lang="en-US" dirty="0"/>
              <a:t>          Data Retrieval</a:t>
            </a:r>
            <a:r>
              <a:rPr lang="en-US" b="1" dirty="0"/>
              <a:t> </a:t>
            </a:r>
            <a:r>
              <a:rPr lang="en-US" dirty="0"/>
              <a:t> language)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select</a:t>
            </a:r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0D91E-A08E-5F6A-9624-D06E8D818E98}"/>
              </a:ext>
            </a:extLst>
          </p:cNvPr>
          <p:cNvSpPr/>
          <p:nvPr/>
        </p:nvSpPr>
        <p:spPr>
          <a:xfrm>
            <a:off x="4360004" y="5334000"/>
            <a:ext cx="3971407" cy="1415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DCL-(Data Control language)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Grant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Revoke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0CC4C-1FC0-A8BA-0B34-E305D147365A}"/>
              </a:ext>
            </a:extLst>
          </p:cNvPr>
          <p:cNvSpPr/>
          <p:nvPr/>
        </p:nvSpPr>
        <p:spPr>
          <a:xfrm>
            <a:off x="7114233" y="3574746"/>
            <a:ext cx="3971407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DTL-(Data Transaction language)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Commit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rollback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Save 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472B3B-D4E0-C212-E360-3F396BBF2B05}"/>
              </a:ext>
            </a:extLst>
          </p:cNvPr>
          <p:cNvSpPr/>
          <p:nvPr/>
        </p:nvSpPr>
        <p:spPr>
          <a:xfrm>
            <a:off x="8176529" y="1827589"/>
            <a:ext cx="3971407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DML-(Data  Manipulation</a:t>
            </a:r>
            <a:r>
              <a:rPr lang="en-US" b="1" dirty="0"/>
              <a:t> </a:t>
            </a:r>
            <a:r>
              <a:rPr lang="en-US" dirty="0"/>
              <a:t>language)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Insert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Update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delete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512DE9-AF9A-611D-FF60-3ACD58877151}"/>
              </a:ext>
            </a:extLst>
          </p:cNvPr>
          <p:cNvCxnSpPr>
            <a:cxnSpLocks/>
          </p:cNvCxnSpPr>
          <p:nvPr/>
        </p:nvCxnSpPr>
        <p:spPr>
          <a:xfrm>
            <a:off x="6008914" y="1306286"/>
            <a:ext cx="0" cy="402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E9AABDF-9949-D66F-6335-00B03B92D20A}"/>
              </a:ext>
            </a:extLst>
          </p:cNvPr>
          <p:cNvCxnSpPr>
            <a:endCxn id="13" idx="1"/>
          </p:cNvCxnSpPr>
          <p:nvPr/>
        </p:nvCxnSpPr>
        <p:spPr>
          <a:xfrm>
            <a:off x="6008914" y="1905000"/>
            <a:ext cx="2167615" cy="72268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08424C4-16E3-2415-823B-1955B02C7DAC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 flipV="1">
            <a:off x="4015471" y="1904999"/>
            <a:ext cx="1993442" cy="72268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71D3203-6351-ED1D-863A-4724A9851115}"/>
              </a:ext>
            </a:extLst>
          </p:cNvPr>
          <p:cNvCxnSpPr/>
          <p:nvPr/>
        </p:nvCxnSpPr>
        <p:spPr>
          <a:xfrm>
            <a:off x="6008913" y="3733800"/>
            <a:ext cx="1105320" cy="51162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E569E3D-B6F2-0CF4-27AC-CFC26A9A87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03595" y="3733800"/>
            <a:ext cx="1105318" cy="49651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090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BA44-5192-9FD8-200C-62D103CE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DDL-(Data definition language)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D973-FB68-8C42-86F6-D9477EE5A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2211613"/>
            <a:ext cx="11908972" cy="4308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/>
              <a:t>create</a:t>
            </a:r>
            <a:r>
              <a:rPr lang="en-US" sz="2100" dirty="0"/>
              <a:t>:</a:t>
            </a:r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Activity_Log</a:t>
            </a:r>
            <a:r>
              <a:rPr lang="en-US" dirty="0"/>
              <a:t> (    </a:t>
            </a:r>
            <a:r>
              <a:rPr lang="en-US" dirty="0" err="1"/>
              <a:t>log_id</a:t>
            </a:r>
            <a:r>
              <a:rPr lang="en-US" dirty="0"/>
              <a:t> INT PRIMARY KEY AUTO_INCREMENT,    </a:t>
            </a:r>
            <a:r>
              <a:rPr lang="en-US" dirty="0" err="1"/>
              <a:t>member_id</a:t>
            </a:r>
            <a:r>
              <a:rPr lang="en-US" dirty="0"/>
              <a:t> INT,    </a:t>
            </a:r>
            <a:r>
              <a:rPr lang="en-US" dirty="0" err="1"/>
              <a:t>book_id</a:t>
            </a:r>
            <a:r>
              <a:rPr lang="en-US" dirty="0"/>
              <a:t> INT,    action VARCHAR(50),    </a:t>
            </a:r>
            <a:r>
              <a:rPr lang="en-US" dirty="0" err="1"/>
              <a:t>action_date</a:t>
            </a:r>
            <a:r>
              <a:rPr lang="en-US" dirty="0"/>
              <a:t> DATE,    FOREIGN KEY (</a:t>
            </a:r>
            <a:r>
              <a:rPr lang="en-US" dirty="0" err="1"/>
              <a:t>member_id</a:t>
            </a:r>
            <a:r>
              <a:rPr lang="en-US" dirty="0"/>
              <a:t>) REFERENCES Member(</a:t>
            </a:r>
            <a:r>
              <a:rPr lang="en-US" dirty="0" err="1"/>
              <a:t>member_id</a:t>
            </a:r>
            <a:r>
              <a:rPr lang="en-US" dirty="0"/>
              <a:t>),    FOREIGN KEY (</a:t>
            </a:r>
            <a:r>
              <a:rPr lang="en-US" dirty="0" err="1"/>
              <a:t>book_id</a:t>
            </a:r>
            <a:r>
              <a:rPr lang="en-US" dirty="0"/>
              <a:t>) REFERENCES Book(</a:t>
            </a:r>
            <a:r>
              <a:rPr lang="en-US" dirty="0" err="1"/>
              <a:t>book_id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sz="1900" b="1" dirty="0"/>
              <a:t>Alter:</a:t>
            </a:r>
          </a:p>
          <a:p>
            <a:pPr marL="0" indent="0">
              <a:buNone/>
            </a:pPr>
            <a:r>
              <a:rPr lang="en-US" sz="2100" b="1" dirty="0"/>
              <a:t>Modify</a:t>
            </a:r>
          </a:p>
          <a:p>
            <a:pPr marL="0" indent="0">
              <a:buNone/>
            </a:pPr>
            <a:r>
              <a:rPr lang="en-US" sz="2100" dirty="0"/>
              <a:t>alter table member modify phone varchar(10);-- 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sz="2100" b="1" dirty="0"/>
              <a:t>add constraint  (unique)</a:t>
            </a:r>
          </a:p>
          <a:p>
            <a:pPr marL="0" indent="0">
              <a:buNone/>
            </a:pPr>
            <a:r>
              <a:rPr lang="en-US" sz="2100" dirty="0"/>
              <a:t>ALTER TABLE </a:t>
            </a:r>
            <a:r>
              <a:rPr lang="en-US" sz="2100" dirty="0" err="1"/>
              <a:t>MemberADD</a:t>
            </a:r>
            <a:r>
              <a:rPr lang="en-US" sz="2100" dirty="0"/>
              <a:t> CONSTRAINT </a:t>
            </a:r>
            <a:r>
              <a:rPr lang="en-US" sz="2100" dirty="0" err="1"/>
              <a:t>unique_email</a:t>
            </a:r>
            <a:r>
              <a:rPr lang="en-US" sz="2100" dirty="0"/>
              <a:t> UNIQUE (email);</a:t>
            </a:r>
          </a:p>
          <a:p>
            <a:pPr marL="0" indent="0">
              <a:buNone/>
            </a:pPr>
            <a:r>
              <a:rPr lang="en-US" b="1" dirty="0"/>
              <a:t>DROP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alter table member drop  </a:t>
            </a:r>
            <a:r>
              <a:rPr lang="en-US" dirty="0" err="1"/>
              <a:t>aadhar_card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RENAME</a:t>
            </a:r>
          </a:p>
          <a:p>
            <a:pPr marL="0" indent="0">
              <a:buNone/>
            </a:pPr>
            <a:r>
              <a:rPr lang="en-US" dirty="0"/>
              <a:t>RENAME TABLE </a:t>
            </a:r>
            <a:r>
              <a:rPr lang="en-US" dirty="0" err="1"/>
              <a:t>old_table_name</a:t>
            </a:r>
            <a:r>
              <a:rPr lang="en-US" dirty="0"/>
              <a:t> TO </a:t>
            </a:r>
            <a:r>
              <a:rPr lang="en-US" dirty="0" err="1"/>
              <a:t>new_table_name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18812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FC89-96A2-1A1B-7EA4-8B6B338E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10689771" cy="706964"/>
          </a:xfrm>
        </p:spPr>
        <p:txBody>
          <a:bodyPr/>
          <a:lstStyle/>
          <a:p>
            <a:r>
              <a:rPr lang="en-US" dirty="0"/>
              <a:t>DRL/DQL-(Data query language/</a:t>
            </a:r>
            <a:br>
              <a:rPr lang="en-US" dirty="0"/>
            </a:br>
            <a:r>
              <a:rPr lang="en-US" dirty="0"/>
              <a:t>          Data Retrieval</a:t>
            </a:r>
            <a:r>
              <a:rPr lang="en-US" b="1" dirty="0"/>
              <a:t> </a:t>
            </a:r>
            <a:r>
              <a:rPr lang="en-US" dirty="0"/>
              <a:t>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728D-B3AB-4B38-D98F-BE3D699D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877" y="2961706"/>
            <a:ext cx="6118178" cy="34163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the all records</a:t>
            </a:r>
          </a:p>
          <a:p>
            <a:r>
              <a:rPr lang="en-US" dirty="0"/>
              <a:t>select * from </a:t>
            </a:r>
            <a:r>
              <a:rPr lang="en-US" dirty="0" err="1"/>
              <a:t>issue_record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the particular records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issue_id,member_id,status</a:t>
            </a:r>
            <a:r>
              <a:rPr lang="en-US" dirty="0"/>
              <a:t> from </a:t>
            </a:r>
            <a:r>
              <a:rPr lang="en-US" dirty="0" err="1"/>
              <a:t>issue_record</a:t>
            </a:r>
            <a:r>
              <a:rPr lang="en-US" dirty="0"/>
              <a:t>;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57D78EC-2120-D9BF-0737-5B58EA2DA9E1}"/>
              </a:ext>
            </a:extLst>
          </p:cNvPr>
          <p:cNvSpPr/>
          <p:nvPr/>
        </p:nvSpPr>
        <p:spPr>
          <a:xfrm>
            <a:off x="6781800" y="4904920"/>
            <a:ext cx="1632857" cy="166551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202718-CA95-E25E-BA31-E2A2F878E1BA}"/>
              </a:ext>
            </a:extLst>
          </p:cNvPr>
          <p:cNvGrpSpPr/>
          <p:nvPr/>
        </p:nvGrpSpPr>
        <p:grpSpPr>
          <a:xfrm>
            <a:off x="6856413" y="2932336"/>
            <a:ext cx="5335587" cy="3638098"/>
            <a:chOff x="6856413" y="2932336"/>
            <a:chExt cx="5335587" cy="3638098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F1D7CDF-4312-D9BA-B1EF-243342375C48}"/>
                </a:ext>
              </a:extLst>
            </p:cNvPr>
            <p:cNvSpPr/>
            <p:nvPr/>
          </p:nvSpPr>
          <p:spPr>
            <a:xfrm>
              <a:off x="6856413" y="2932336"/>
              <a:ext cx="1632857" cy="166551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BDB9BD6-B864-358A-05EF-1CF1B6FE84D9}"/>
                </a:ext>
              </a:extLst>
            </p:cNvPr>
            <p:cNvGrpSpPr/>
            <p:nvPr/>
          </p:nvGrpSpPr>
          <p:grpSpPr>
            <a:xfrm>
              <a:off x="7696994" y="2932336"/>
              <a:ext cx="4495006" cy="3638098"/>
              <a:chOff x="7696994" y="2932336"/>
              <a:chExt cx="4495006" cy="3638098"/>
            </a:xfrm>
          </p:grpSpPr>
          <p:sp>
            <p:nvSpPr>
              <p:cNvPr id="7" name="Isosceles Triangle 6">
                <a:extLst>
                  <a:ext uri="{FF2B5EF4-FFF2-40B4-BE49-F238E27FC236}">
                    <a16:creationId xmlns:a16="http://schemas.microsoft.com/office/drawing/2014/main" id="{80A495C5-D61F-B0E2-D370-8F68A6F6B765}"/>
                  </a:ext>
                </a:extLst>
              </p:cNvPr>
              <p:cNvSpPr/>
              <p:nvPr/>
            </p:nvSpPr>
            <p:spPr>
              <a:xfrm>
                <a:off x="8603570" y="4904918"/>
                <a:ext cx="1632857" cy="1665515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53C56F0B-0584-7D6A-A975-5AAACD82BE4F}"/>
                  </a:ext>
                </a:extLst>
              </p:cNvPr>
              <p:cNvSpPr/>
              <p:nvPr/>
            </p:nvSpPr>
            <p:spPr>
              <a:xfrm>
                <a:off x="8641670" y="2932338"/>
                <a:ext cx="1632857" cy="1665515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666EEB4B-23A9-EA9D-E0F1-087504EAAA5A}"/>
                  </a:ext>
                </a:extLst>
              </p:cNvPr>
              <p:cNvSpPr/>
              <p:nvPr/>
            </p:nvSpPr>
            <p:spPr>
              <a:xfrm>
                <a:off x="10559143" y="4904919"/>
                <a:ext cx="1632857" cy="1665515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3CE65358-C2CD-F151-7859-2799B012EFDB}"/>
                  </a:ext>
                </a:extLst>
              </p:cNvPr>
              <p:cNvSpPr/>
              <p:nvPr/>
            </p:nvSpPr>
            <p:spPr>
              <a:xfrm>
                <a:off x="10559143" y="2932337"/>
                <a:ext cx="1632857" cy="1665515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39A05BA-330E-DA48-324B-CE9373D97F41}"/>
                  </a:ext>
                </a:extLst>
              </p:cNvPr>
              <p:cNvSpPr/>
              <p:nvPr/>
            </p:nvSpPr>
            <p:spPr>
              <a:xfrm flipV="1">
                <a:off x="9601994" y="4945969"/>
                <a:ext cx="1620384" cy="1624464"/>
              </a:xfrm>
              <a:prstGeom prst="triangle">
                <a:avLst>
                  <a:gd name="adj" fmla="val 4931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D9494CE4-A848-F466-0A04-72073A93401A}"/>
                  </a:ext>
                </a:extLst>
              </p:cNvPr>
              <p:cNvSpPr/>
              <p:nvPr/>
            </p:nvSpPr>
            <p:spPr>
              <a:xfrm flipV="1">
                <a:off x="7696994" y="4945969"/>
                <a:ext cx="1620384" cy="1624464"/>
              </a:xfrm>
              <a:prstGeom prst="triangle">
                <a:avLst>
                  <a:gd name="adj" fmla="val 4931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15">
                <a:extLst>
                  <a:ext uri="{FF2B5EF4-FFF2-40B4-BE49-F238E27FC236}">
                    <a16:creationId xmlns:a16="http://schemas.microsoft.com/office/drawing/2014/main" id="{BD0D8CC4-7C88-E11C-7D86-3C91EBFE9B82}"/>
                  </a:ext>
                </a:extLst>
              </p:cNvPr>
              <p:cNvSpPr/>
              <p:nvPr/>
            </p:nvSpPr>
            <p:spPr>
              <a:xfrm flipV="1">
                <a:off x="9616735" y="2945834"/>
                <a:ext cx="1620384" cy="1624464"/>
              </a:xfrm>
              <a:prstGeom prst="triangle">
                <a:avLst>
                  <a:gd name="adj" fmla="val 4931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1C58961B-89EA-4BED-C6BE-925995A933EB}"/>
                  </a:ext>
                </a:extLst>
              </p:cNvPr>
              <p:cNvSpPr/>
              <p:nvPr/>
            </p:nvSpPr>
            <p:spPr>
              <a:xfrm flipV="1">
                <a:off x="7755278" y="2932336"/>
                <a:ext cx="1620384" cy="1624464"/>
              </a:xfrm>
              <a:prstGeom prst="triangle">
                <a:avLst>
                  <a:gd name="adj" fmla="val 4931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8C9F085-FBBF-49FA-98BF-DE560779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405" y="2945834"/>
            <a:ext cx="5490597" cy="36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9034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38BD-A56C-644A-CD14-10C32536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DML-(Data  Manipulation</a:t>
            </a:r>
            <a:r>
              <a:rPr lang="en-US" b="1" dirty="0"/>
              <a:t> </a:t>
            </a:r>
            <a:r>
              <a:rPr lang="en-US" dirty="0"/>
              <a:t>language)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AAB3-56F6-6BAD-F8F6-11C88BF3B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100" b="1" dirty="0"/>
              <a:t>INSERT</a:t>
            </a:r>
            <a:r>
              <a:rPr lang="en-US" sz="2100" dirty="0"/>
              <a:t>:</a:t>
            </a:r>
          </a:p>
          <a:p>
            <a:pPr marL="0" indent="0">
              <a:buNone/>
            </a:pPr>
            <a:r>
              <a:rPr lang="en-US" dirty="0"/>
              <a:t>INSERT INTO Librarian (name, email) VALUES('Lib1','lib1@mail.com'),('Lib2’,'lib2@mail.com'),('Lib3','lib3@mail.com’);</a:t>
            </a:r>
          </a:p>
          <a:p>
            <a:pPr marL="0" indent="0">
              <a:buNone/>
            </a:pPr>
            <a:r>
              <a:rPr lang="en-US" sz="2100" b="1" dirty="0"/>
              <a:t>Update:</a:t>
            </a:r>
          </a:p>
          <a:p>
            <a:pPr marL="0" indent="0">
              <a:buNone/>
            </a:pPr>
            <a:r>
              <a:rPr lang="en-US" dirty="0"/>
              <a:t>UPDATE Book SET </a:t>
            </a:r>
            <a:r>
              <a:rPr lang="en-US" dirty="0" err="1"/>
              <a:t>available_copies</a:t>
            </a:r>
            <a:r>
              <a:rPr lang="en-US" dirty="0"/>
              <a:t> = </a:t>
            </a:r>
            <a:r>
              <a:rPr lang="en-US" dirty="0" err="1"/>
              <a:t>available_copies</a:t>
            </a:r>
            <a:r>
              <a:rPr lang="en-US" dirty="0"/>
              <a:t> + 2WHERE </a:t>
            </a:r>
            <a:r>
              <a:rPr lang="en-US" dirty="0" err="1"/>
              <a:t>available_c</a:t>
            </a:r>
            <a:endParaRPr lang="en-US" dirty="0"/>
          </a:p>
          <a:p>
            <a:pPr marL="0" indent="0">
              <a:buNone/>
            </a:pPr>
            <a:r>
              <a:rPr lang="en-US" sz="2100" b="1" dirty="0"/>
              <a:t>Deleted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DELETE FROM </a:t>
            </a:r>
            <a:r>
              <a:rPr lang="en-US" dirty="0" err="1"/>
              <a:t>Issue_RecordWHERE</a:t>
            </a:r>
            <a:r>
              <a:rPr lang="en-US" dirty="0"/>
              <a:t> status = 'Returned';</a:t>
            </a:r>
            <a:r>
              <a:rPr lang="en-US" dirty="0" err="1"/>
              <a:t>opies</a:t>
            </a:r>
            <a:r>
              <a:rPr lang="en-US" dirty="0"/>
              <a:t> &lt; 3;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513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282A-A018-8719-1C79-99497117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DCL-(Data Control language)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FF33-E38A-BF5F-5F2C-903F925B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role </a:t>
            </a:r>
            <a:r>
              <a:rPr lang="en-US" dirty="0" err="1"/>
              <a:t>admin_librarian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GRANT  </a:t>
            </a:r>
            <a:r>
              <a:rPr lang="en-US" dirty="0" err="1"/>
              <a:t>select,insert,update,delete</a:t>
            </a:r>
            <a:r>
              <a:rPr lang="en-US" dirty="0"/>
              <a:t> on member to  </a:t>
            </a:r>
            <a:r>
              <a:rPr lang="en-US" dirty="0" err="1"/>
              <a:t>admin_librarian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SELECT * FROM librarian;</a:t>
            </a:r>
          </a:p>
          <a:p>
            <a:pPr marL="0" indent="0">
              <a:buNone/>
            </a:pPr>
            <a:r>
              <a:rPr lang="en-US" dirty="0"/>
              <a:t>GRANT '</a:t>
            </a:r>
            <a:r>
              <a:rPr lang="en-US" dirty="0" err="1"/>
              <a:t>admin_librarian</a:t>
            </a:r>
            <a:r>
              <a:rPr lang="en-US" dirty="0"/>
              <a:t>' TO 'lib1mail.com’;</a:t>
            </a:r>
          </a:p>
          <a:p>
            <a:pPr marL="0" indent="0">
              <a:buNone/>
            </a:pPr>
            <a:r>
              <a:rPr lang="en-US" dirty="0"/>
              <a:t> revoke </a:t>
            </a:r>
            <a:r>
              <a:rPr lang="en-US" dirty="0" err="1"/>
              <a:t>admin_librarian</a:t>
            </a:r>
            <a:r>
              <a:rPr lang="en-US" dirty="0"/>
              <a:t> from'lib1mail.com';</a:t>
            </a:r>
          </a:p>
        </p:txBody>
      </p:sp>
    </p:spTree>
    <p:extLst>
      <p:ext uri="{BB962C8B-B14F-4D97-AF65-F5344CB8AC3E}">
        <p14:creationId xmlns:p14="http://schemas.microsoft.com/office/powerpoint/2010/main" val="371191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9006-C2F3-673A-FB23-0B5B8C65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DTL-(Data Transaction language)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93033-F3D5-C25F-854D-73240BC8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START TRANSACTION;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Issue_Record</a:t>
            </a:r>
            <a:r>
              <a:rPr lang="en-US" dirty="0"/>
              <a:t> (</a:t>
            </a:r>
            <a:r>
              <a:rPr lang="en-US" dirty="0" err="1"/>
              <a:t>book_id</a:t>
            </a:r>
            <a:r>
              <a:rPr lang="en-US" dirty="0"/>
              <a:t>, </a:t>
            </a:r>
            <a:r>
              <a:rPr lang="en-US" dirty="0" err="1"/>
              <a:t>member_id</a:t>
            </a:r>
            <a:r>
              <a:rPr lang="en-US" dirty="0"/>
              <a:t>, </a:t>
            </a:r>
            <a:r>
              <a:rPr lang="en-US" dirty="0" err="1"/>
              <a:t>librarian_id</a:t>
            </a:r>
            <a:r>
              <a:rPr lang="en-US" dirty="0"/>
              <a:t>, </a:t>
            </a:r>
            <a:r>
              <a:rPr lang="en-US" dirty="0" err="1"/>
              <a:t>issue_date</a:t>
            </a:r>
            <a:r>
              <a:rPr lang="en-US" dirty="0"/>
              <a:t>, status)</a:t>
            </a:r>
          </a:p>
          <a:p>
            <a:pPr marL="0" indent="0">
              <a:buNone/>
            </a:pPr>
            <a:r>
              <a:rPr lang="en-US" dirty="0"/>
              <a:t>VALUES (1, 2, 1, CURDATE(), 'Issued’);</a:t>
            </a:r>
          </a:p>
          <a:p>
            <a:pPr marL="0" indent="0">
              <a:buNone/>
            </a:pPr>
            <a:r>
              <a:rPr lang="en-US" dirty="0"/>
              <a:t>SAVEPOINT </a:t>
            </a:r>
            <a:r>
              <a:rPr lang="en-US" dirty="0" err="1"/>
              <a:t>after_issue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BookSET</a:t>
            </a:r>
            <a:r>
              <a:rPr lang="en-US" dirty="0"/>
              <a:t> </a:t>
            </a:r>
            <a:r>
              <a:rPr lang="en-US" dirty="0" err="1"/>
              <a:t>available_copies</a:t>
            </a:r>
            <a:r>
              <a:rPr lang="en-US" dirty="0"/>
              <a:t> = </a:t>
            </a:r>
            <a:r>
              <a:rPr lang="en-US" dirty="0" err="1"/>
              <a:t>available_copies</a:t>
            </a:r>
            <a:r>
              <a:rPr lang="en-US" dirty="0"/>
              <a:t> - 1WHERE </a:t>
            </a:r>
            <a:r>
              <a:rPr lang="en-US" dirty="0" err="1"/>
              <a:t>book_id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ROLLBACK TO </a:t>
            </a:r>
            <a:r>
              <a:rPr lang="en-US" dirty="0" err="1"/>
              <a:t>after_issue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</p:txBody>
      </p:sp>
    </p:spTree>
    <p:extLst>
      <p:ext uri="{BB962C8B-B14F-4D97-AF65-F5344CB8AC3E}">
        <p14:creationId xmlns:p14="http://schemas.microsoft.com/office/powerpoint/2010/main" val="4258420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5927-4D37-C4C1-D3C0-0C140F72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0090-A017-D448-D8E0-477F8CE5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1. Atomicity (All or Nothing)</a:t>
            </a:r>
          </a:p>
          <a:p>
            <a:pPr marL="0" indent="0">
              <a:buNone/>
            </a:pPr>
            <a:r>
              <a:rPr lang="en-US" dirty="0"/>
              <a:t> A transaction must </a:t>
            </a:r>
            <a:r>
              <a:rPr lang="en-US" b="1" dirty="0"/>
              <a:t>fully complete or fully fail</a:t>
            </a:r>
          </a:p>
          <a:p>
            <a:r>
              <a:rPr lang="en-US" b="1" dirty="0"/>
              <a:t> 2. Consistency (Valid State)</a:t>
            </a:r>
          </a:p>
          <a:p>
            <a:pPr marL="0" indent="0">
              <a:buNone/>
            </a:pPr>
            <a:r>
              <a:rPr lang="en-US" dirty="0"/>
              <a:t> Database must remain </a:t>
            </a:r>
            <a:r>
              <a:rPr lang="en-US" b="1" dirty="0"/>
              <a:t>correct before and after transaction</a:t>
            </a:r>
            <a:endParaRPr lang="en-US" dirty="0"/>
          </a:p>
          <a:p>
            <a:r>
              <a:rPr lang="en-US" b="1" dirty="0"/>
              <a:t>3. Isolation (Transactions Don’t Interfere)’</a:t>
            </a:r>
          </a:p>
          <a:p>
            <a:pPr marL="0" indent="0">
              <a:buNone/>
            </a:pPr>
            <a:r>
              <a:rPr lang="en-US" dirty="0"/>
              <a:t>Multiple transactions run </a:t>
            </a:r>
            <a:r>
              <a:rPr lang="en-US" b="1" dirty="0"/>
              <a:t>independently</a:t>
            </a:r>
            <a:endParaRPr lang="en-US" dirty="0"/>
          </a:p>
          <a:p>
            <a:r>
              <a:rPr lang="en-US" b="1" dirty="0"/>
              <a:t> 4. Durability (Permanent Storage)</a:t>
            </a:r>
          </a:p>
          <a:p>
            <a:pPr marL="0" indent="0">
              <a:buNone/>
            </a:pPr>
            <a:r>
              <a:rPr lang="en-US" dirty="0"/>
              <a:t> Once committed → data is </a:t>
            </a:r>
            <a:r>
              <a:rPr lang="en-US" b="1" dirty="0"/>
              <a:t>permanently saved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36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5537-97DA-6850-DA86-532824AB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3EBB0-B503-D75A-B0B4-FA6FCC31A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SQL, an </a:t>
            </a:r>
            <a:r>
              <a:rPr lang="en-US" b="1" dirty="0"/>
              <a:t>index</a:t>
            </a:r>
            <a:r>
              <a:rPr lang="en-US" dirty="0"/>
              <a:t> is a powerful database structure used to speed up data retrieval by providing a quick lookup mechanism for records instead of </a:t>
            </a:r>
            <a:r>
              <a:rPr lang="en-US" dirty="0" err="1"/>
              <a:t>scaning</a:t>
            </a:r>
            <a:r>
              <a:rPr lang="en-US" dirty="0"/>
              <a:t> every row in a table.</a:t>
            </a:r>
          </a:p>
          <a:p>
            <a:pPr marL="0" indent="0">
              <a:buNone/>
            </a:pPr>
            <a:r>
              <a:rPr lang="en-US" b="1" dirty="0"/>
              <a:t>Performance Boost:</a:t>
            </a:r>
            <a:r>
              <a:rPr lang="en-US" dirty="0"/>
              <a:t> Drastically reduces the time needed for SELECT, </a:t>
            </a:r>
          </a:p>
          <a:p>
            <a:pPr marL="0" indent="0">
              <a:buNone/>
            </a:pPr>
            <a:r>
              <a:rPr lang="en-US" dirty="0"/>
              <a:t>WHERE, JOIN, </a:t>
            </a:r>
            <a:r>
              <a:rPr lang="en-US" dirty="0" err="1"/>
              <a:t>Id_column</a:t>
            </a:r>
            <a:r>
              <a:rPr lang="en-US" dirty="0"/>
              <a:t> ,primary key and ORDER BY operations.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idx_book_titleON</a:t>
            </a:r>
            <a:r>
              <a:rPr lang="en-US" dirty="0"/>
              <a:t> Book(title);</a:t>
            </a:r>
          </a:p>
        </p:txBody>
      </p:sp>
    </p:spTree>
    <p:extLst>
      <p:ext uri="{BB962C8B-B14F-4D97-AF65-F5344CB8AC3E}">
        <p14:creationId xmlns:p14="http://schemas.microsoft.com/office/powerpoint/2010/main" val="509809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91AF-5276-4C39-3E0B-AA2C8FFF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AF403-BCBF-9819-EAEB-CDA9E80AA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20686"/>
            <a:ext cx="11462657" cy="379911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SHARED LOCK</a:t>
            </a:r>
          </a:p>
          <a:p>
            <a:r>
              <a:rPr lang="en-US" dirty="0"/>
              <a:t>“A shared lock allows multiple transactions to read a row but prevents any modification until the lock is released.”</a:t>
            </a:r>
          </a:p>
          <a:p>
            <a:pPr marL="0" indent="0">
              <a:buNone/>
            </a:pPr>
            <a:r>
              <a:rPr lang="en-US" dirty="0"/>
              <a:t>START TRANSACTION;SELECT </a:t>
            </a:r>
            <a:r>
              <a:rPr lang="en-US" dirty="0" err="1"/>
              <a:t>available_copiesFROM</a:t>
            </a:r>
            <a:r>
              <a:rPr lang="en-US" dirty="0"/>
              <a:t> </a:t>
            </a:r>
            <a:r>
              <a:rPr lang="en-US" dirty="0" err="1"/>
              <a:t>BookWHERE</a:t>
            </a:r>
            <a:r>
              <a:rPr lang="en-US" dirty="0"/>
              <a:t> </a:t>
            </a:r>
            <a:r>
              <a:rPr lang="en-US" dirty="0" err="1"/>
              <a:t>book_id</a:t>
            </a:r>
            <a:r>
              <a:rPr lang="en-US" dirty="0"/>
              <a:t> = 1LOCK IN SHARE MODE;</a:t>
            </a:r>
          </a:p>
          <a:p>
            <a:pPr marL="0" indent="0">
              <a:buNone/>
            </a:pPr>
            <a:r>
              <a:rPr lang="en-US" sz="2400" b="1" dirty="0"/>
              <a:t> Exclusive Lock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“An exclusive lock allows only one transaction to read and modify data, preventing all other transactions from accessing it until the lock is released.”</a:t>
            </a:r>
          </a:p>
          <a:p>
            <a:pPr marL="0" indent="0">
              <a:buNone/>
            </a:pPr>
            <a:r>
              <a:rPr lang="en-US" sz="1900" dirty="0"/>
              <a:t>START TRANSACTION;</a:t>
            </a:r>
          </a:p>
          <a:p>
            <a:pPr marL="0" indent="0">
              <a:buNone/>
            </a:pPr>
            <a:r>
              <a:rPr lang="en-US" sz="1900" dirty="0"/>
              <a:t>SELECT *FROM </a:t>
            </a:r>
            <a:r>
              <a:rPr lang="en-US" sz="1900" dirty="0" err="1"/>
              <a:t>BookWHERE</a:t>
            </a:r>
            <a:r>
              <a:rPr lang="en-US" sz="1900" dirty="0"/>
              <a:t> </a:t>
            </a:r>
            <a:r>
              <a:rPr lang="en-US" sz="1900" dirty="0" err="1"/>
              <a:t>book_id</a:t>
            </a:r>
            <a:r>
              <a:rPr lang="en-US" sz="1900" dirty="0"/>
              <a:t> = 1FOR UPDATE;</a:t>
            </a:r>
          </a:p>
          <a:p>
            <a:pPr marL="0" indent="0">
              <a:buNone/>
            </a:pPr>
            <a:r>
              <a:rPr lang="en-US" sz="2800" b="1" dirty="0"/>
              <a:t>Dead lock</a:t>
            </a:r>
          </a:p>
          <a:p>
            <a:pPr marL="0" indent="0">
              <a:buNone/>
            </a:pPr>
            <a:r>
              <a:rPr lang="en-US" dirty="0"/>
              <a:t>“A deadlock occurs when two or more transactions wait for each other’s resources, causing a cycle where none can proceed.”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20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46519-A4A0-A2F7-DBF9-409857E7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2231570"/>
            <a:ext cx="12083143" cy="4474029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Temporary Table</a:t>
            </a:r>
          </a:p>
          <a:p>
            <a:pPr marL="0" indent="0">
              <a:buNone/>
            </a:pPr>
            <a:r>
              <a:rPr lang="en-US" dirty="0"/>
              <a:t>Exists </a:t>
            </a:r>
            <a:r>
              <a:rPr lang="en-US" b="1" dirty="0"/>
              <a:t>only during the session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Is </a:t>
            </a:r>
            <a:r>
              <a:rPr lang="en-US" b="1" dirty="0"/>
              <a:t>automatically deleted</a:t>
            </a:r>
            <a:r>
              <a:rPr lang="en-US" dirty="0"/>
              <a:t> when the session ends</a:t>
            </a:r>
          </a:p>
          <a:p>
            <a:pPr marL="0" indent="0">
              <a:buNone/>
            </a:pPr>
            <a:r>
              <a:rPr lang="en-US" dirty="0"/>
              <a:t>Used to store </a:t>
            </a:r>
            <a:r>
              <a:rPr lang="en-US" b="1" dirty="0"/>
              <a:t>intermediate or temporary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TEMPORARY TABLE </a:t>
            </a:r>
            <a:r>
              <a:rPr lang="en-US" dirty="0" err="1"/>
              <a:t>temp_member_activity</a:t>
            </a:r>
            <a:r>
              <a:rPr lang="en-US" dirty="0"/>
              <a:t> ASSELECT </a:t>
            </a:r>
            <a:r>
              <a:rPr lang="en-US" dirty="0" err="1"/>
              <a:t>member_id</a:t>
            </a:r>
            <a:r>
              <a:rPr lang="en-US" dirty="0"/>
              <a:t>, COUNT(*) AS </a:t>
            </a:r>
            <a:r>
              <a:rPr lang="en-US" dirty="0" err="1"/>
              <a:t>total_issuesFROM</a:t>
            </a:r>
            <a:r>
              <a:rPr lang="en-US" dirty="0"/>
              <a:t> </a:t>
            </a:r>
            <a:r>
              <a:rPr lang="en-US" dirty="0" err="1"/>
              <a:t>Issue_RecordGROUP</a:t>
            </a:r>
            <a:r>
              <a:rPr lang="en-US" dirty="0"/>
              <a:t> BY </a:t>
            </a:r>
            <a:r>
              <a:rPr lang="en-US" dirty="0" err="1"/>
              <a:t>member_id;SELECT</a:t>
            </a:r>
            <a:r>
              <a:rPr lang="en-US" dirty="0"/>
              <a:t> *FROM </a:t>
            </a:r>
            <a:r>
              <a:rPr lang="en-US" dirty="0" err="1"/>
              <a:t>temp_member_activityWHERE</a:t>
            </a:r>
            <a:r>
              <a:rPr lang="en-US" dirty="0"/>
              <a:t> </a:t>
            </a:r>
            <a:r>
              <a:rPr lang="en-US" dirty="0" err="1"/>
              <a:t>total_issues</a:t>
            </a:r>
            <a:r>
              <a:rPr lang="en-US" dirty="0"/>
              <a:t> &gt; 2;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View</a:t>
            </a:r>
          </a:p>
          <a:p>
            <a:pPr marL="0" indent="0">
              <a:buNone/>
            </a:pPr>
            <a:r>
              <a:rPr lang="en-US" dirty="0"/>
              <a:t> A </a:t>
            </a:r>
            <a:r>
              <a:rPr lang="en-US" b="1" dirty="0"/>
              <a:t>VIEW</a:t>
            </a:r>
            <a:r>
              <a:rPr lang="en-US" dirty="0"/>
              <a:t> is a </a:t>
            </a:r>
            <a:r>
              <a:rPr lang="en-US" b="1" dirty="0"/>
              <a:t>virtual table</a:t>
            </a:r>
            <a:r>
              <a:rPr lang="en-US" dirty="0"/>
              <a:t> based on a SQL query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view_issued_books</a:t>
            </a:r>
            <a:r>
              <a:rPr lang="en-US" dirty="0"/>
              <a:t> ASSELECT     m.name AS </a:t>
            </a:r>
            <a:r>
              <a:rPr lang="en-US" dirty="0" err="1"/>
              <a:t>member_name</a:t>
            </a:r>
            <a:r>
              <a:rPr lang="en-US" dirty="0"/>
              <a:t>,    </a:t>
            </a:r>
            <a:r>
              <a:rPr lang="en-US" dirty="0" err="1"/>
              <a:t>b.title</a:t>
            </a:r>
            <a:r>
              <a:rPr lang="en-US" dirty="0"/>
              <a:t> AS </a:t>
            </a:r>
            <a:r>
              <a:rPr lang="en-US" dirty="0" err="1"/>
              <a:t>book_title</a:t>
            </a:r>
            <a:r>
              <a:rPr lang="en-US" dirty="0"/>
              <a:t>,    </a:t>
            </a:r>
            <a:r>
              <a:rPr lang="en-US" dirty="0" err="1"/>
              <a:t>i.issue_date</a:t>
            </a:r>
            <a:r>
              <a:rPr lang="en-US" dirty="0"/>
              <a:t>,    </a:t>
            </a:r>
            <a:r>
              <a:rPr lang="en-US" dirty="0" err="1"/>
              <a:t>i.statusFROM</a:t>
            </a:r>
            <a:r>
              <a:rPr lang="en-US" dirty="0"/>
              <a:t> </a:t>
            </a:r>
            <a:r>
              <a:rPr lang="en-US" dirty="0" err="1"/>
              <a:t>Issue_Record</a:t>
            </a:r>
            <a:r>
              <a:rPr lang="en-US" dirty="0"/>
              <a:t> </a:t>
            </a:r>
            <a:r>
              <a:rPr lang="en-US" dirty="0" err="1"/>
              <a:t>iJOIN</a:t>
            </a:r>
            <a:r>
              <a:rPr lang="en-US" dirty="0"/>
              <a:t> Member m ON </a:t>
            </a:r>
            <a:r>
              <a:rPr lang="en-US" dirty="0" err="1"/>
              <a:t>i.member_id</a:t>
            </a:r>
            <a:r>
              <a:rPr lang="en-US" dirty="0"/>
              <a:t> = </a:t>
            </a:r>
            <a:r>
              <a:rPr lang="en-US" dirty="0" err="1"/>
              <a:t>m.member_idJOIN</a:t>
            </a:r>
            <a:r>
              <a:rPr lang="en-US" dirty="0"/>
              <a:t> Book b ON </a:t>
            </a:r>
            <a:r>
              <a:rPr lang="en-US" dirty="0" err="1"/>
              <a:t>i.book_id</a:t>
            </a:r>
            <a:r>
              <a:rPr lang="en-US" dirty="0"/>
              <a:t> = </a:t>
            </a:r>
            <a:r>
              <a:rPr lang="en-US" dirty="0" err="1"/>
              <a:t>b.book_id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33877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20BA-A814-5375-B0B6-FADA88AC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Stored Procedure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A5462-4E32-FC55-2D7E-24451653E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 </a:t>
            </a:r>
            <a:r>
              <a:rPr lang="en-US" b="1" dirty="0"/>
              <a:t>Stored Procedure</a:t>
            </a:r>
            <a:r>
              <a:rPr lang="en-US" dirty="0"/>
              <a:t> is a precompiled collection of one or more SQL statements that are saved and executed on a database server. Think of it as a reusable script or function within your database that allows you to perform complex tasks by calling a single command.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DELIMITER //CREATE PROCEDURE </a:t>
            </a:r>
            <a:r>
              <a:rPr lang="en-US" dirty="0" err="1"/>
              <a:t>issue_book</a:t>
            </a:r>
            <a:r>
              <a:rPr lang="en-US" dirty="0"/>
              <a:t> (    IN </a:t>
            </a:r>
            <a:r>
              <a:rPr lang="en-US" dirty="0" err="1"/>
              <a:t>p_book_id</a:t>
            </a:r>
            <a:r>
              <a:rPr lang="en-US" dirty="0"/>
              <a:t> INT,    IN </a:t>
            </a:r>
            <a:r>
              <a:rPr lang="en-US" dirty="0" err="1"/>
              <a:t>p_member_id</a:t>
            </a:r>
            <a:r>
              <a:rPr lang="en-US" dirty="0"/>
              <a:t> INT,    OUT </a:t>
            </a:r>
            <a:r>
              <a:rPr lang="en-US" dirty="0" err="1"/>
              <a:t>p_message</a:t>
            </a:r>
            <a:r>
              <a:rPr lang="en-US" dirty="0"/>
              <a:t> VARCHAR(100))BEGIN    DECLARE copies INT;    SELECT </a:t>
            </a:r>
            <a:r>
              <a:rPr lang="en-US" dirty="0" err="1"/>
              <a:t>available_copies</a:t>
            </a:r>
            <a:r>
              <a:rPr lang="en-US" dirty="0"/>
              <a:t> INTO copies    FROM Book    WHERE </a:t>
            </a:r>
            <a:r>
              <a:rPr lang="en-US" dirty="0" err="1"/>
              <a:t>book_id</a:t>
            </a:r>
            <a:r>
              <a:rPr lang="en-US" dirty="0"/>
              <a:t> = </a:t>
            </a:r>
            <a:r>
              <a:rPr lang="en-US" dirty="0" err="1"/>
              <a:t>p_book_id</a:t>
            </a:r>
            <a:r>
              <a:rPr lang="en-US" dirty="0"/>
              <a:t>;    IF copies &gt; 0 THEN        INSERT INTO </a:t>
            </a:r>
            <a:r>
              <a:rPr lang="en-US" dirty="0" err="1"/>
              <a:t>Issue_Record</a:t>
            </a:r>
            <a:r>
              <a:rPr lang="en-US" dirty="0"/>
              <a:t> (</a:t>
            </a:r>
            <a:r>
              <a:rPr lang="en-US" dirty="0" err="1"/>
              <a:t>book_id</a:t>
            </a:r>
            <a:r>
              <a:rPr lang="en-US" dirty="0"/>
              <a:t>, </a:t>
            </a:r>
            <a:r>
              <a:rPr lang="en-US" dirty="0" err="1"/>
              <a:t>member_id</a:t>
            </a:r>
            <a:r>
              <a:rPr lang="en-US" dirty="0"/>
              <a:t>, </a:t>
            </a:r>
            <a:r>
              <a:rPr lang="en-US" dirty="0" err="1"/>
              <a:t>issue_date</a:t>
            </a:r>
            <a:r>
              <a:rPr lang="en-US" dirty="0"/>
              <a:t>, status)        VALUES (</a:t>
            </a:r>
            <a:r>
              <a:rPr lang="en-US" dirty="0" err="1"/>
              <a:t>p_book_id</a:t>
            </a:r>
            <a:r>
              <a:rPr lang="en-US" dirty="0"/>
              <a:t>, </a:t>
            </a:r>
            <a:r>
              <a:rPr lang="en-US" dirty="0" err="1"/>
              <a:t>p_member_id</a:t>
            </a:r>
            <a:r>
              <a:rPr lang="en-US" dirty="0"/>
              <a:t>, CURDATE(), 'Issued');        UPDATE Book        SET </a:t>
            </a:r>
            <a:r>
              <a:rPr lang="en-US" dirty="0" err="1"/>
              <a:t>available_copies</a:t>
            </a:r>
            <a:r>
              <a:rPr lang="en-US" dirty="0"/>
              <a:t> = </a:t>
            </a:r>
            <a:r>
              <a:rPr lang="en-US" dirty="0" err="1"/>
              <a:t>available_copies</a:t>
            </a:r>
            <a:r>
              <a:rPr lang="en-US" dirty="0"/>
              <a:t> - 1        WHERE </a:t>
            </a:r>
            <a:r>
              <a:rPr lang="en-US" dirty="0" err="1"/>
              <a:t>book_id</a:t>
            </a:r>
            <a:r>
              <a:rPr lang="en-US" dirty="0"/>
              <a:t> = </a:t>
            </a:r>
            <a:r>
              <a:rPr lang="en-US" dirty="0" err="1"/>
              <a:t>p_book_id</a:t>
            </a:r>
            <a:r>
              <a:rPr lang="en-US" dirty="0"/>
              <a:t>;        SET </a:t>
            </a:r>
            <a:r>
              <a:rPr lang="en-US" dirty="0" err="1"/>
              <a:t>p_message</a:t>
            </a:r>
            <a:r>
              <a:rPr lang="en-US" dirty="0"/>
              <a:t> = 'Book Issued Successfully';    ELSE        SET </a:t>
            </a:r>
            <a:r>
              <a:rPr lang="en-US" dirty="0" err="1"/>
              <a:t>p_message</a:t>
            </a:r>
            <a:r>
              <a:rPr lang="en-US" dirty="0"/>
              <a:t> = 'Book Not Available';    END IF;END //DELIMITER ;</a:t>
            </a:r>
          </a:p>
        </p:txBody>
      </p:sp>
    </p:spTree>
    <p:extLst>
      <p:ext uri="{BB962C8B-B14F-4D97-AF65-F5344CB8AC3E}">
        <p14:creationId xmlns:p14="http://schemas.microsoft.com/office/powerpoint/2010/main" val="2847998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C22B-73B5-6AAE-B908-D36A877E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889C-4477-E8C5-2B8B-1B7BC6F8A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 </a:t>
            </a:r>
            <a:r>
              <a:rPr lang="en-US" b="1" dirty="0"/>
              <a:t>trigger</a:t>
            </a:r>
            <a:r>
              <a:rPr lang="en-US" dirty="0"/>
              <a:t> in SQL is a special type of stored procedure that automatically executes (or "fires") in response to specific events on a table or view. Unlike standard Stored Procedures, which must be called manually by a user, triggers are managed by the database engine and run in the background when data is modified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DELIMITER //CREATE TRIGGER </a:t>
            </a:r>
            <a:r>
              <a:rPr lang="en-US" dirty="0" err="1"/>
              <a:t>trg_after_returnAFTER</a:t>
            </a:r>
            <a:r>
              <a:rPr lang="en-US" dirty="0"/>
              <a:t> UPDATE ON </a:t>
            </a:r>
            <a:r>
              <a:rPr lang="en-US" dirty="0" err="1"/>
              <a:t>Issue_RecordFOR</a:t>
            </a:r>
            <a:r>
              <a:rPr lang="en-US" dirty="0"/>
              <a:t> EACH ROWBEGIN    IF </a:t>
            </a:r>
            <a:r>
              <a:rPr lang="en-US" dirty="0" err="1"/>
              <a:t>NEW.status</a:t>
            </a:r>
            <a:r>
              <a:rPr lang="en-US" dirty="0"/>
              <a:t> = 'Returned' THEN        UPDATE Book        SET </a:t>
            </a:r>
            <a:r>
              <a:rPr lang="en-US" dirty="0" err="1"/>
              <a:t>available_copies</a:t>
            </a:r>
            <a:r>
              <a:rPr lang="en-US" dirty="0"/>
              <a:t> = </a:t>
            </a:r>
            <a:r>
              <a:rPr lang="en-US" dirty="0" err="1"/>
              <a:t>available_copies</a:t>
            </a:r>
            <a:r>
              <a:rPr lang="en-US" dirty="0"/>
              <a:t> + 1        WHERE </a:t>
            </a:r>
            <a:r>
              <a:rPr lang="en-US" dirty="0" err="1"/>
              <a:t>book_id</a:t>
            </a:r>
            <a:r>
              <a:rPr lang="en-US" dirty="0"/>
              <a:t> = </a:t>
            </a:r>
            <a:r>
              <a:rPr lang="en-US" dirty="0" err="1"/>
              <a:t>NEW.book_id</a:t>
            </a:r>
            <a:r>
              <a:rPr lang="en-US" dirty="0"/>
              <a:t>;    END IF;END //DELIMITER ;</a:t>
            </a:r>
          </a:p>
        </p:txBody>
      </p:sp>
    </p:spTree>
    <p:extLst>
      <p:ext uri="{BB962C8B-B14F-4D97-AF65-F5344CB8AC3E}">
        <p14:creationId xmlns:p14="http://schemas.microsoft.com/office/powerpoint/2010/main" val="1726231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6275A-DE43-5344-C4CE-7FECA42E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07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0089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3979</TotalTime>
  <Words>2182</Words>
  <Application>Microsoft Office PowerPoint</Application>
  <PresentationFormat>Widescreen</PresentationFormat>
  <Paragraphs>232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Century Gothic</vt:lpstr>
      <vt:lpstr>Wingdings</vt:lpstr>
      <vt:lpstr>Wingdings 3</vt:lpstr>
      <vt:lpstr>Ion Boardroom</vt:lpstr>
      <vt:lpstr>MANAGING AND QUERYING DATABASEB</vt:lpstr>
      <vt:lpstr>PowerPoint Presentation</vt:lpstr>
      <vt:lpstr>Library database </vt:lpstr>
      <vt:lpstr>ER DIAGRAM -Entity-Relationship. </vt:lpstr>
      <vt:lpstr>PowerPoint Presentation</vt:lpstr>
      <vt:lpstr>PowerPoint Presentation</vt:lpstr>
      <vt:lpstr>CONSTRAINTS</vt:lpstr>
      <vt:lpstr> logical position    select ,from , where , group by, having, order by ,limit </vt:lpstr>
      <vt:lpstr>JOINS</vt:lpstr>
      <vt:lpstr>Inner join</vt:lpstr>
      <vt:lpstr>Right outer join</vt:lpstr>
      <vt:lpstr>Types of functions</vt:lpstr>
      <vt:lpstr>PowerPoint Presentation</vt:lpstr>
      <vt:lpstr>Subqueries  </vt:lpstr>
      <vt:lpstr>Scalar Subquery:  </vt:lpstr>
      <vt:lpstr>PowerPoint Presentation</vt:lpstr>
      <vt:lpstr>PowerPoint Presentation</vt:lpstr>
      <vt:lpstr>     SQL</vt:lpstr>
      <vt:lpstr>DDL-(Data definition language) </vt:lpstr>
      <vt:lpstr>DRL/DQL-(Data query language/           Data Retrieval  language)</vt:lpstr>
      <vt:lpstr>DML-(Data  Manipulation language) </vt:lpstr>
      <vt:lpstr>DCL-(Data Control language) </vt:lpstr>
      <vt:lpstr>DTL-(Data Transaction language)</vt:lpstr>
      <vt:lpstr>ACID</vt:lpstr>
      <vt:lpstr>INDEX</vt:lpstr>
      <vt:lpstr>LOCK</vt:lpstr>
      <vt:lpstr>PowerPoint Presentation</vt:lpstr>
      <vt:lpstr>Stored Procedure</vt:lpstr>
      <vt:lpstr>TRIGGER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brindha k</dc:creator>
  <cp:lastModifiedBy>brindha k</cp:lastModifiedBy>
  <cp:revision>15</cp:revision>
  <dcterms:created xsi:type="dcterms:W3CDTF">2026-04-18T16:41:11Z</dcterms:created>
  <dcterms:modified xsi:type="dcterms:W3CDTF">2026-05-14T06:52:15Z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